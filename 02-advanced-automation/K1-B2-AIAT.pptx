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74"/>
  </p:notesMasterIdLst>
  <p:sldIdLst>
    <p:sldId id="369" r:id="rId3"/>
    <p:sldId id="257" r:id="rId4"/>
    <p:sldId id="258" r:id="rId5"/>
    <p:sldId id="259" r:id="rId6"/>
    <p:sldId id="260" r:id="rId7"/>
    <p:sldId id="374" r:id="rId8"/>
    <p:sldId id="291" r:id="rId9"/>
    <p:sldId id="261" r:id="rId10"/>
    <p:sldId id="372" r:id="rId11"/>
    <p:sldId id="302" r:id="rId12"/>
    <p:sldId id="371" r:id="rId13"/>
    <p:sldId id="303" r:id="rId14"/>
    <p:sldId id="376" r:id="rId15"/>
    <p:sldId id="304" r:id="rId16"/>
    <p:sldId id="311" r:id="rId17"/>
    <p:sldId id="292" r:id="rId18"/>
    <p:sldId id="309" r:id="rId19"/>
    <p:sldId id="310" r:id="rId20"/>
    <p:sldId id="313" r:id="rId21"/>
    <p:sldId id="315" r:id="rId22"/>
    <p:sldId id="317" r:id="rId23"/>
    <p:sldId id="342" r:id="rId24"/>
    <p:sldId id="318" r:id="rId25"/>
    <p:sldId id="320" r:id="rId26"/>
    <p:sldId id="319" r:id="rId27"/>
    <p:sldId id="316" r:id="rId28"/>
    <p:sldId id="314" r:id="rId29"/>
    <p:sldId id="312" r:id="rId30"/>
    <p:sldId id="322" r:id="rId31"/>
    <p:sldId id="373" r:id="rId32"/>
    <p:sldId id="324" r:id="rId33"/>
    <p:sldId id="375" r:id="rId34"/>
    <p:sldId id="341" r:id="rId35"/>
    <p:sldId id="323" r:id="rId36"/>
    <p:sldId id="306" r:id="rId37"/>
    <p:sldId id="307" r:id="rId38"/>
    <p:sldId id="308" r:id="rId39"/>
    <p:sldId id="344" r:id="rId40"/>
    <p:sldId id="296" r:id="rId41"/>
    <p:sldId id="345" r:id="rId42"/>
    <p:sldId id="346" r:id="rId43"/>
    <p:sldId id="347" r:id="rId44"/>
    <p:sldId id="348" r:id="rId45"/>
    <p:sldId id="349" r:id="rId46"/>
    <p:sldId id="350" r:id="rId47"/>
    <p:sldId id="351" r:id="rId48"/>
    <p:sldId id="293" r:id="rId49"/>
    <p:sldId id="353" r:id="rId50"/>
    <p:sldId id="352" r:id="rId51"/>
    <p:sldId id="354" r:id="rId52"/>
    <p:sldId id="295" r:id="rId53"/>
    <p:sldId id="298" r:id="rId54"/>
    <p:sldId id="359" r:id="rId55"/>
    <p:sldId id="356" r:id="rId56"/>
    <p:sldId id="355" r:id="rId57"/>
    <p:sldId id="357" r:id="rId58"/>
    <p:sldId id="358" r:id="rId59"/>
    <p:sldId id="360" r:id="rId60"/>
    <p:sldId id="297" r:id="rId61"/>
    <p:sldId id="294" r:id="rId62"/>
    <p:sldId id="361" r:id="rId63"/>
    <p:sldId id="362" r:id="rId64"/>
    <p:sldId id="363" r:id="rId65"/>
    <p:sldId id="364" r:id="rId66"/>
    <p:sldId id="365" r:id="rId67"/>
    <p:sldId id="299" r:id="rId68"/>
    <p:sldId id="366" r:id="rId69"/>
    <p:sldId id="300" r:id="rId70"/>
    <p:sldId id="368" r:id="rId71"/>
    <p:sldId id="367" r:id="rId72"/>
    <p:sldId id="301" r:id="rId73"/>
  </p:sldIdLst>
  <p:sldSz cx="18288000" cy="10287000"/>
  <p:notesSz cx="6858000" cy="9144000"/>
  <p:embeddedFontLst>
    <p:embeddedFont>
      <p:font typeface="Montserrat" pitchFamily="2" charset="77"/>
      <p:regular r:id="rId75"/>
      <p:bold r:id="rId76"/>
      <p:italic r:id="rId77"/>
      <p:boldItalic r:id="rId7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0" roundtripDataSignature="AMtx7mgkdiz2sO29FzLZCPpsvpzaC1lV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51072D-9F96-4925-860D-3D2F0D26C122}">
  <a:tblStyle styleId="{D551072D-9F96-4925-860D-3D2F0D26C12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88"/>
    <p:restoredTop sz="94553"/>
  </p:normalViewPr>
  <p:slideViewPr>
    <p:cSldViewPr snapToGrid="0">
      <p:cViewPr varScale="1">
        <p:scale>
          <a:sx n="56" d="100"/>
          <a:sy n="56" d="100"/>
        </p:scale>
        <p:origin x="232" y="11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90" Type="http://customschemas.google.com/relationships/presentationmetadata" Target="meta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font" Target="fonts/font3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font" Target="fonts/font1.fntdata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font" Target="fonts/font4.fntdata"/><Relationship Id="rId9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font" Target="fonts/font2.fntdata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37332B28-0E65-7429-3B2F-55AF39F0B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8:notes">
            <a:extLst>
              <a:ext uri="{FF2B5EF4-FFF2-40B4-BE49-F238E27FC236}">
                <a16:creationId xmlns:a16="http://schemas.microsoft.com/office/drawing/2014/main" id="{C269267B-4D26-01B3-F3E3-99A0A9A4C2E0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8:notes">
            <a:extLst>
              <a:ext uri="{FF2B5EF4-FFF2-40B4-BE49-F238E27FC236}">
                <a16:creationId xmlns:a16="http://schemas.microsoft.com/office/drawing/2014/main" id="{546665A2-AC56-E76B-5AE3-E486C50FBA6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2" name="Google Shape;162;p168:notes">
            <a:extLst>
              <a:ext uri="{FF2B5EF4-FFF2-40B4-BE49-F238E27FC236}">
                <a16:creationId xmlns:a16="http://schemas.microsoft.com/office/drawing/2014/main" id="{3F1C7D5C-DF61-072F-048C-F2F50ABBB8C1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168:notes">
            <a:extLst>
              <a:ext uri="{FF2B5EF4-FFF2-40B4-BE49-F238E27FC236}">
                <a16:creationId xmlns:a16="http://schemas.microsoft.com/office/drawing/2014/main" id="{55245AD2-AFF1-6D09-C4FB-DAE617B4B7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168:notes">
            <a:extLst>
              <a:ext uri="{FF2B5EF4-FFF2-40B4-BE49-F238E27FC236}">
                <a16:creationId xmlns:a16="http://schemas.microsoft.com/office/drawing/2014/main" id="{542E208D-B901-5EED-FD02-D16E1212D55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8:notes">
            <a:extLst>
              <a:ext uri="{FF2B5EF4-FFF2-40B4-BE49-F238E27FC236}">
                <a16:creationId xmlns:a16="http://schemas.microsoft.com/office/drawing/2014/main" id="{5667BF97-95D2-8D18-8041-6550C59D9F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30447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9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0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6" name="Google Shape;186;p170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170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p170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0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5" name="Google Shape;205;p17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17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17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7" name="Google Shape;217;p17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p17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p17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04" name="Google Shape;804;p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1" name="Google Shape;231;p17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17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3" name="Google Shape;233;p17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741660B7-6D51-A81C-7F67-7EBFC37A8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02:notes">
            <a:extLst>
              <a:ext uri="{FF2B5EF4-FFF2-40B4-BE49-F238E27FC236}">
                <a16:creationId xmlns:a16="http://schemas.microsoft.com/office/drawing/2014/main" id="{EA196F63-BE92-A124-7194-EE5653AD55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04" name="Google Shape;804;p202:notes">
            <a:extLst>
              <a:ext uri="{FF2B5EF4-FFF2-40B4-BE49-F238E27FC236}">
                <a16:creationId xmlns:a16="http://schemas.microsoft.com/office/drawing/2014/main" id="{01308A88-D19F-745C-AEA1-DCEBB371E6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89612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6CFD8820-A0F5-705B-00D6-F91090B09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3:notes">
            <a:extLst>
              <a:ext uri="{FF2B5EF4-FFF2-40B4-BE49-F238E27FC236}">
                <a16:creationId xmlns:a16="http://schemas.microsoft.com/office/drawing/2014/main" id="{178615D1-B79E-EE83-6DEB-5C8D167539FF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3:notes">
            <a:extLst>
              <a:ext uri="{FF2B5EF4-FFF2-40B4-BE49-F238E27FC236}">
                <a16:creationId xmlns:a16="http://schemas.microsoft.com/office/drawing/2014/main" id="{F9365169-695D-8A17-8F4C-5960FFB4664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1" name="Google Shape;231;p173:notes">
            <a:extLst>
              <a:ext uri="{FF2B5EF4-FFF2-40B4-BE49-F238E27FC236}">
                <a16:creationId xmlns:a16="http://schemas.microsoft.com/office/drawing/2014/main" id="{605ABE69-ECBA-9A72-B58A-D6BD1DB3B70F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173:notes">
            <a:extLst>
              <a:ext uri="{FF2B5EF4-FFF2-40B4-BE49-F238E27FC236}">
                <a16:creationId xmlns:a16="http://schemas.microsoft.com/office/drawing/2014/main" id="{9B1449AB-723A-31F1-A0EC-53361DBEFB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3" name="Google Shape;233;p173:notes">
            <a:extLst>
              <a:ext uri="{FF2B5EF4-FFF2-40B4-BE49-F238E27FC236}">
                <a16:creationId xmlns:a16="http://schemas.microsoft.com/office/drawing/2014/main" id="{8141AD9B-058C-72B5-CFE4-709A2180A0F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3:notes">
            <a:extLst>
              <a:ext uri="{FF2B5EF4-FFF2-40B4-BE49-F238E27FC236}">
                <a16:creationId xmlns:a16="http://schemas.microsoft.com/office/drawing/2014/main" id="{3FBCE69E-88C0-F2F9-962B-E69A41FF41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47444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60C1BE15-AC59-792A-EAE1-E213ECD0B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02:notes">
            <a:extLst>
              <a:ext uri="{FF2B5EF4-FFF2-40B4-BE49-F238E27FC236}">
                <a16:creationId xmlns:a16="http://schemas.microsoft.com/office/drawing/2014/main" id="{C9809460-2BD2-48D8-C495-A870D3205C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04" name="Google Shape;804;p202:notes">
            <a:extLst>
              <a:ext uri="{FF2B5EF4-FFF2-40B4-BE49-F238E27FC236}">
                <a16:creationId xmlns:a16="http://schemas.microsoft.com/office/drawing/2014/main" id="{C67C90CA-F7D7-3F47-D1D4-9D24635769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6255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FDD46E1D-CBA9-E132-CA05-1E9A604E3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D174EE17-0D71-04FD-9B1C-68B2BE013FDA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6DD17C91-0D49-D969-A6A5-5467A57F617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B08CBD10-0FFC-EA8C-228C-14B96FD0FD2C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6047F41B-4520-7351-7A06-D19F190118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DC6858FA-7272-9AD6-EE3D-458B717696F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207255E8-1FD5-5BEC-0FF7-C52816C1A8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353238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3AD4CF96-F984-DE0A-F3DC-AF4334BAC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E9FFD32D-714E-BA36-DC39-16DDE362D863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9AD2C612-88F8-E1C3-8D40-3F95969CDF2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11AFB63C-9649-8BC6-FA6F-0D1584CE49A6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CB4BC9A9-D155-9CE5-F77F-C921B57C09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6122C22E-E644-F0CD-1597-583D7209254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9E454B66-9CBD-0E9C-869E-B40D6028D7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07106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84D621E5-721A-3768-E537-6BDBAF292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C31A44EB-6C18-F0F1-061A-CE3C7716AEFA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BDDDFDE2-41CE-699D-0F50-CFB97B11E24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8E549B42-0FF3-EF10-0A21-EB5C8C7CEB9C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A2838AAF-695A-B1B6-75ED-08C89D60F9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8280BDD7-B433-337B-07DB-EC81E0F28A1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EC0A854C-1594-07EF-B685-959BEC7B88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766401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0AAF5C70-2828-4294-7621-55AF1C4A1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02:notes">
            <a:extLst>
              <a:ext uri="{FF2B5EF4-FFF2-40B4-BE49-F238E27FC236}">
                <a16:creationId xmlns:a16="http://schemas.microsoft.com/office/drawing/2014/main" id="{7661E4A9-5638-FEE7-7B60-07D3C54DA8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04" name="Google Shape;804;p202:notes">
            <a:extLst>
              <a:ext uri="{FF2B5EF4-FFF2-40B4-BE49-F238E27FC236}">
                <a16:creationId xmlns:a16="http://schemas.microsoft.com/office/drawing/2014/main" id="{7F28F6FE-77F5-3920-F0D7-1BDA85C6AA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4723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7AF7F226-7153-02EA-4C77-E2011F45F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8BB724DD-1AE1-C3BF-DCA0-7D4C84DA4548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1EAEC39D-D8F2-B6FE-CBFE-2EE2FF54781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FE4C13E4-3730-5594-1CF9-34C2EF19CD43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E125015B-855E-A2DB-1D52-45BF1AF778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333A8550-FC98-9BEF-5B0C-5DC778273BC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BE883D82-B86E-1656-F2E1-D613936A3F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85050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5233DFFC-1780-EE66-1BE2-7E42D21E1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B1B6B7F5-4389-E99B-56DC-41CA70023E82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7A7DD216-31D8-2B2D-3089-E0B421F12E5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C6C15451-0143-18CF-AE18-83840D1F6CC1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E6D91032-4096-2E65-F34F-1A4A3C7060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F5B418B7-4141-8E0D-0294-55EF4BC8BC2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3E13851B-8CDF-BBC0-E283-44E8A57DFB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801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92D50B3B-5AD8-D115-AF38-3F0930108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4F3B4CC5-C74B-FF33-F5AD-B83031BEBC41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62F8E179-775D-095F-C648-6B989CACFFF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D4F83FC4-5165-43F1-4E43-DDC215F4D20B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FABB60D3-B1F7-66DC-4DC6-21C73573F3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EAEBCCEF-39EA-5A55-9018-34ED8FB5F6C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2B9EA6E1-5068-A767-A166-0AAAE076D0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419473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4A5E7079-7076-1505-35AD-993817E20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2A8A7E82-ADFD-1105-9350-22B330992593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FE20CA6A-F73C-3652-0203-7D9FC171AED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99B4D0EE-7076-4E72-7EE7-30B2BCB567AC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29BDB270-AA8B-D83B-5567-8BD50496E1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954A3566-A076-CE6B-EEC0-5208B968DF6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4449B5BB-8901-FCDE-CEF7-0CE32D8535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659512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1C37D0FF-B428-82CA-C97C-E234F8FF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E63DC57C-454C-604E-86D2-BD5EFBBB70D3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06E7A9F5-4FED-E2B4-B631-8EED7949AF5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3E4723AC-47B0-2BEB-399C-51917D79604B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6B0D5C94-0D0A-2C88-02A8-28E2EACECF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22FE9A34-1E44-9A6F-5A5A-0F2FB3BC270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C816B7F2-CFF3-FE68-C131-BCA3ECCF2B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716674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EC3348E1-2571-9F9C-B65A-C16D9EA05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BFCEDCCE-1612-B4DE-BFB6-E13F3D298D6D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1E31C5D7-650E-E071-7E80-1967C6CA235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87017773-DBEB-1CA6-5105-27F6A1B7885C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6043BF9C-DEC0-D859-2D4A-77B76F6B94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717F3165-531A-A9D7-85B1-CB8C1565F65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0EA30496-DF14-33F8-0DB0-DACD69E362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47500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F2DDAA0D-C021-4220-3A57-D4D1A96AA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02:notes">
            <a:extLst>
              <a:ext uri="{FF2B5EF4-FFF2-40B4-BE49-F238E27FC236}">
                <a16:creationId xmlns:a16="http://schemas.microsoft.com/office/drawing/2014/main" id="{34BC77D3-F5B1-97C4-4614-3CDF1A4463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04" name="Google Shape;804;p202:notes">
            <a:extLst>
              <a:ext uri="{FF2B5EF4-FFF2-40B4-BE49-F238E27FC236}">
                <a16:creationId xmlns:a16="http://schemas.microsoft.com/office/drawing/2014/main" id="{0B0C6807-7813-D12B-7975-C21400C4C1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266780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6588483F-D0DC-DE12-76B5-8DBF6485D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ED5D3763-4469-EBEE-276F-8E43E648288E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2F2FDC19-740A-6E3F-CA63-AD53B28DEAC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415806CF-940D-0BC7-4E25-59C291A00C7A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95911FCE-B158-A64D-BAD5-5AC8134057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28543F57-B2E6-0AD1-9680-0569917F8B7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12D3088B-C2B5-2903-3F22-322D6CB457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020298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BA02C93A-24C9-5B1A-AF91-158F2DE97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1E44EE5C-EAF0-38DA-4AAC-1DCA20911298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8392E3AB-A972-06B4-B1C9-9D3759C61D5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54D8D7EE-8638-1E34-6259-203EEFF46B9A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72161109-246F-B94B-4459-DBD35E3722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432EC01C-26D4-FE8C-AC60-6F573566B35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B1AFB3F7-5C8B-1FA6-FEF7-16B1948E59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093362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B813AEE3-42F3-437B-363E-055E8030E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02:notes">
            <a:extLst>
              <a:ext uri="{FF2B5EF4-FFF2-40B4-BE49-F238E27FC236}">
                <a16:creationId xmlns:a16="http://schemas.microsoft.com/office/drawing/2014/main" id="{F35615A5-5622-95AA-CA2C-CE470215AB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04" name="Google Shape;804;p202:notes">
            <a:extLst>
              <a:ext uri="{FF2B5EF4-FFF2-40B4-BE49-F238E27FC236}">
                <a16:creationId xmlns:a16="http://schemas.microsoft.com/office/drawing/2014/main" id="{3A42BDF9-872B-4784-27EB-6B8A2B381B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485402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B512B538-C501-65E0-8C27-41D02FDA4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234266D3-C6B6-238E-83B4-F3B358F832E5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36930BC4-BA72-141A-D51C-2490772C21E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04BDA188-DBEC-D113-DAB0-7804DB2AFE14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39031A0F-A7DF-ECC0-D3A5-BF7FE181A1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602C973A-4DC0-AB17-702A-41EDB814921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1C13E1F4-EB46-7A87-7DCC-B2EFF132FD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173789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>
          <a:extLst>
            <a:ext uri="{FF2B5EF4-FFF2-40B4-BE49-F238E27FC236}">
              <a16:creationId xmlns:a16="http://schemas.microsoft.com/office/drawing/2014/main" id="{4225DC16-3C2A-9724-5DFC-929D7A7EC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3:notes">
            <a:extLst>
              <a:ext uri="{FF2B5EF4-FFF2-40B4-BE49-F238E27FC236}">
                <a16:creationId xmlns:a16="http://schemas.microsoft.com/office/drawing/2014/main" id="{864965EA-4E64-8A69-AD0C-64C1693CFD57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3:notes">
            <a:extLst>
              <a:ext uri="{FF2B5EF4-FFF2-40B4-BE49-F238E27FC236}">
                <a16:creationId xmlns:a16="http://schemas.microsoft.com/office/drawing/2014/main" id="{20A7AC03-41F4-FD09-A9BB-0B5B640EEF4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19" name="Google Shape;819;p203:notes">
            <a:extLst>
              <a:ext uri="{FF2B5EF4-FFF2-40B4-BE49-F238E27FC236}">
                <a16:creationId xmlns:a16="http://schemas.microsoft.com/office/drawing/2014/main" id="{83588763-F1E3-6957-D2F3-F405007D2B23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p203:notes">
            <a:extLst>
              <a:ext uri="{FF2B5EF4-FFF2-40B4-BE49-F238E27FC236}">
                <a16:creationId xmlns:a16="http://schemas.microsoft.com/office/drawing/2014/main" id="{BDD6D850-1D76-1200-57BB-95A2A109CD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203:notes">
            <a:extLst>
              <a:ext uri="{FF2B5EF4-FFF2-40B4-BE49-F238E27FC236}">
                <a16:creationId xmlns:a16="http://schemas.microsoft.com/office/drawing/2014/main" id="{D44201C9-A232-72C1-6436-E01DC6EA64A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3:notes">
            <a:extLst>
              <a:ext uri="{FF2B5EF4-FFF2-40B4-BE49-F238E27FC236}">
                <a16:creationId xmlns:a16="http://schemas.microsoft.com/office/drawing/2014/main" id="{A4DDB84A-430A-330E-64FE-E9A20056A6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945416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770EA7B0-ADF7-3CBA-27AB-208492662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02:notes">
            <a:extLst>
              <a:ext uri="{FF2B5EF4-FFF2-40B4-BE49-F238E27FC236}">
                <a16:creationId xmlns:a16="http://schemas.microsoft.com/office/drawing/2014/main" id="{F81A1A8E-8435-F0E9-11B8-6F57010989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04" name="Google Shape;804;p202:notes">
            <a:extLst>
              <a:ext uri="{FF2B5EF4-FFF2-40B4-BE49-F238E27FC236}">
                <a16:creationId xmlns:a16="http://schemas.microsoft.com/office/drawing/2014/main" id="{DEA40002-96D9-436C-A7A1-8E78AE690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628177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>
          <a:extLst>
            <a:ext uri="{FF2B5EF4-FFF2-40B4-BE49-F238E27FC236}">
              <a16:creationId xmlns:a16="http://schemas.microsoft.com/office/drawing/2014/main" id="{8FA0C864-4015-4C7F-E74B-4CB640DD2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204:notes">
            <a:extLst>
              <a:ext uri="{FF2B5EF4-FFF2-40B4-BE49-F238E27FC236}">
                <a16:creationId xmlns:a16="http://schemas.microsoft.com/office/drawing/2014/main" id="{7CAAC241-3750-C8CC-78DB-613718A0B1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29" name="Google Shape;829;p204:notes">
            <a:extLst>
              <a:ext uri="{FF2B5EF4-FFF2-40B4-BE49-F238E27FC236}">
                <a16:creationId xmlns:a16="http://schemas.microsoft.com/office/drawing/2014/main" id="{BF097B5F-D342-E9E5-9EBC-7C404B2372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157744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7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69" name="Google Shape;869;p207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20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207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7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>
          <a:extLst>
            <a:ext uri="{FF2B5EF4-FFF2-40B4-BE49-F238E27FC236}">
              <a16:creationId xmlns:a16="http://schemas.microsoft.com/office/drawing/2014/main" id="{599F8FBC-8FA9-D512-8994-E0195AFC6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7:notes">
            <a:extLst>
              <a:ext uri="{FF2B5EF4-FFF2-40B4-BE49-F238E27FC236}">
                <a16:creationId xmlns:a16="http://schemas.microsoft.com/office/drawing/2014/main" id="{7ECA673A-6877-7B82-A76A-16ACE2E16AAC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7:notes">
            <a:extLst>
              <a:ext uri="{FF2B5EF4-FFF2-40B4-BE49-F238E27FC236}">
                <a16:creationId xmlns:a16="http://schemas.microsoft.com/office/drawing/2014/main" id="{12AAA663-62F5-4F9F-A95B-42F9333571B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69" name="Google Shape;869;p207:notes">
            <a:extLst>
              <a:ext uri="{FF2B5EF4-FFF2-40B4-BE49-F238E27FC236}">
                <a16:creationId xmlns:a16="http://schemas.microsoft.com/office/drawing/2014/main" id="{B842D851-5FFC-0DD1-E665-DA028C0E750E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207:notes">
            <a:extLst>
              <a:ext uri="{FF2B5EF4-FFF2-40B4-BE49-F238E27FC236}">
                <a16:creationId xmlns:a16="http://schemas.microsoft.com/office/drawing/2014/main" id="{85098DE5-4512-2CA3-69DD-059CBB88C4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207:notes">
            <a:extLst>
              <a:ext uri="{FF2B5EF4-FFF2-40B4-BE49-F238E27FC236}">
                <a16:creationId xmlns:a16="http://schemas.microsoft.com/office/drawing/2014/main" id="{3BD2873F-B090-FDD7-FE6E-218AA16F988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7:notes">
            <a:extLst>
              <a:ext uri="{FF2B5EF4-FFF2-40B4-BE49-F238E27FC236}">
                <a16:creationId xmlns:a16="http://schemas.microsoft.com/office/drawing/2014/main" id="{1E362C99-EBC5-9862-4FEC-354C113A81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442283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>
          <a:extLst>
            <a:ext uri="{FF2B5EF4-FFF2-40B4-BE49-F238E27FC236}">
              <a16:creationId xmlns:a16="http://schemas.microsoft.com/office/drawing/2014/main" id="{44ACB4BD-2108-EF0A-46A1-C3F511AD4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7:notes">
            <a:extLst>
              <a:ext uri="{FF2B5EF4-FFF2-40B4-BE49-F238E27FC236}">
                <a16:creationId xmlns:a16="http://schemas.microsoft.com/office/drawing/2014/main" id="{5FFABC76-F1E8-10AB-CE5B-F6C793176E2C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7:notes">
            <a:extLst>
              <a:ext uri="{FF2B5EF4-FFF2-40B4-BE49-F238E27FC236}">
                <a16:creationId xmlns:a16="http://schemas.microsoft.com/office/drawing/2014/main" id="{1609517A-977D-CC8D-C76E-CE6BE41957D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69" name="Google Shape;869;p207:notes">
            <a:extLst>
              <a:ext uri="{FF2B5EF4-FFF2-40B4-BE49-F238E27FC236}">
                <a16:creationId xmlns:a16="http://schemas.microsoft.com/office/drawing/2014/main" id="{5FBA2A07-E75E-D11A-3D34-2EEB1ABB4822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207:notes">
            <a:extLst>
              <a:ext uri="{FF2B5EF4-FFF2-40B4-BE49-F238E27FC236}">
                <a16:creationId xmlns:a16="http://schemas.microsoft.com/office/drawing/2014/main" id="{2D93B059-AE49-945E-028B-5AD0347FEA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207:notes">
            <a:extLst>
              <a:ext uri="{FF2B5EF4-FFF2-40B4-BE49-F238E27FC236}">
                <a16:creationId xmlns:a16="http://schemas.microsoft.com/office/drawing/2014/main" id="{3B618D5F-228C-E133-72D4-61A821A0CC0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7:notes">
            <a:extLst>
              <a:ext uri="{FF2B5EF4-FFF2-40B4-BE49-F238E27FC236}">
                <a16:creationId xmlns:a16="http://schemas.microsoft.com/office/drawing/2014/main" id="{3F1BE68C-0C77-28F1-AE50-BCD32D0D39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609244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>
          <a:extLst>
            <a:ext uri="{FF2B5EF4-FFF2-40B4-BE49-F238E27FC236}">
              <a16:creationId xmlns:a16="http://schemas.microsoft.com/office/drawing/2014/main" id="{A7A30F67-CB1C-9E33-E417-FBE9004EF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7:notes">
            <a:extLst>
              <a:ext uri="{FF2B5EF4-FFF2-40B4-BE49-F238E27FC236}">
                <a16:creationId xmlns:a16="http://schemas.microsoft.com/office/drawing/2014/main" id="{53963663-64BA-D95D-CA44-3EE5BC763860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7:notes">
            <a:extLst>
              <a:ext uri="{FF2B5EF4-FFF2-40B4-BE49-F238E27FC236}">
                <a16:creationId xmlns:a16="http://schemas.microsoft.com/office/drawing/2014/main" id="{09D6E84F-1DB4-E0D5-9391-A8D7B329C21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69" name="Google Shape;869;p207:notes">
            <a:extLst>
              <a:ext uri="{FF2B5EF4-FFF2-40B4-BE49-F238E27FC236}">
                <a16:creationId xmlns:a16="http://schemas.microsoft.com/office/drawing/2014/main" id="{D661F384-44E5-1219-1EA3-66EC5901E51E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207:notes">
            <a:extLst>
              <a:ext uri="{FF2B5EF4-FFF2-40B4-BE49-F238E27FC236}">
                <a16:creationId xmlns:a16="http://schemas.microsoft.com/office/drawing/2014/main" id="{B9F706AE-97D6-3C81-51FF-BBC8D4395F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207:notes">
            <a:extLst>
              <a:ext uri="{FF2B5EF4-FFF2-40B4-BE49-F238E27FC236}">
                <a16:creationId xmlns:a16="http://schemas.microsoft.com/office/drawing/2014/main" id="{C0403A79-710D-84F9-CF5F-D3AF93230CC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7:notes">
            <a:extLst>
              <a:ext uri="{FF2B5EF4-FFF2-40B4-BE49-F238E27FC236}">
                <a16:creationId xmlns:a16="http://schemas.microsoft.com/office/drawing/2014/main" id="{E906CF78-789C-E0DA-3758-8786D19A78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749385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>
          <a:extLst>
            <a:ext uri="{FF2B5EF4-FFF2-40B4-BE49-F238E27FC236}">
              <a16:creationId xmlns:a16="http://schemas.microsoft.com/office/drawing/2014/main" id="{8DCE71DF-713A-E3B7-477B-D2BA074F4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7:notes">
            <a:extLst>
              <a:ext uri="{FF2B5EF4-FFF2-40B4-BE49-F238E27FC236}">
                <a16:creationId xmlns:a16="http://schemas.microsoft.com/office/drawing/2014/main" id="{4C609937-7052-14CA-3236-15B26CD67903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7:notes">
            <a:extLst>
              <a:ext uri="{FF2B5EF4-FFF2-40B4-BE49-F238E27FC236}">
                <a16:creationId xmlns:a16="http://schemas.microsoft.com/office/drawing/2014/main" id="{0F521F41-12F0-D61A-9394-DE3EFD45E02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69" name="Google Shape;869;p207:notes">
            <a:extLst>
              <a:ext uri="{FF2B5EF4-FFF2-40B4-BE49-F238E27FC236}">
                <a16:creationId xmlns:a16="http://schemas.microsoft.com/office/drawing/2014/main" id="{C483DB30-8196-59DA-7213-FB1B24E312AB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207:notes">
            <a:extLst>
              <a:ext uri="{FF2B5EF4-FFF2-40B4-BE49-F238E27FC236}">
                <a16:creationId xmlns:a16="http://schemas.microsoft.com/office/drawing/2014/main" id="{4B233E7D-B1C7-B128-5AED-77CFBB216F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207:notes">
            <a:extLst>
              <a:ext uri="{FF2B5EF4-FFF2-40B4-BE49-F238E27FC236}">
                <a16:creationId xmlns:a16="http://schemas.microsoft.com/office/drawing/2014/main" id="{FF21EDB8-689B-F72D-D128-22C8ECC6FFC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7:notes">
            <a:extLst>
              <a:ext uri="{FF2B5EF4-FFF2-40B4-BE49-F238E27FC236}">
                <a16:creationId xmlns:a16="http://schemas.microsoft.com/office/drawing/2014/main" id="{7BB498AF-ACE4-435B-242D-5383104D95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319478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>
          <a:extLst>
            <a:ext uri="{FF2B5EF4-FFF2-40B4-BE49-F238E27FC236}">
              <a16:creationId xmlns:a16="http://schemas.microsoft.com/office/drawing/2014/main" id="{A6702E67-80E8-4F38-D2D6-E217C2EE1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7:notes">
            <a:extLst>
              <a:ext uri="{FF2B5EF4-FFF2-40B4-BE49-F238E27FC236}">
                <a16:creationId xmlns:a16="http://schemas.microsoft.com/office/drawing/2014/main" id="{D19DC6FA-381F-9C6E-E7B1-41CC124742B0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7:notes">
            <a:extLst>
              <a:ext uri="{FF2B5EF4-FFF2-40B4-BE49-F238E27FC236}">
                <a16:creationId xmlns:a16="http://schemas.microsoft.com/office/drawing/2014/main" id="{640EE5E6-30EE-38BF-4DF7-5121A67FFEF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69" name="Google Shape;869;p207:notes">
            <a:extLst>
              <a:ext uri="{FF2B5EF4-FFF2-40B4-BE49-F238E27FC236}">
                <a16:creationId xmlns:a16="http://schemas.microsoft.com/office/drawing/2014/main" id="{B1C01E90-8521-8078-E5D9-D6C1066B3008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207:notes">
            <a:extLst>
              <a:ext uri="{FF2B5EF4-FFF2-40B4-BE49-F238E27FC236}">
                <a16:creationId xmlns:a16="http://schemas.microsoft.com/office/drawing/2014/main" id="{1AD2A934-11D0-7823-880E-61A4E4ADBF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207:notes">
            <a:extLst>
              <a:ext uri="{FF2B5EF4-FFF2-40B4-BE49-F238E27FC236}">
                <a16:creationId xmlns:a16="http://schemas.microsoft.com/office/drawing/2014/main" id="{D6C8BBFE-9168-30FE-5911-DB1972818B9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7:notes">
            <a:extLst>
              <a:ext uri="{FF2B5EF4-FFF2-40B4-BE49-F238E27FC236}">
                <a16:creationId xmlns:a16="http://schemas.microsoft.com/office/drawing/2014/main" id="{E629463A-E168-DFE2-5DF4-88E74C36CC3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182053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>
          <a:extLst>
            <a:ext uri="{FF2B5EF4-FFF2-40B4-BE49-F238E27FC236}">
              <a16:creationId xmlns:a16="http://schemas.microsoft.com/office/drawing/2014/main" id="{76789EC9-3455-D518-A771-6A0B8A064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7:notes">
            <a:extLst>
              <a:ext uri="{FF2B5EF4-FFF2-40B4-BE49-F238E27FC236}">
                <a16:creationId xmlns:a16="http://schemas.microsoft.com/office/drawing/2014/main" id="{7C76C7CF-DB7B-98B2-F2DF-FD0F17A55F84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7:notes">
            <a:extLst>
              <a:ext uri="{FF2B5EF4-FFF2-40B4-BE49-F238E27FC236}">
                <a16:creationId xmlns:a16="http://schemas.microsoft.com/office/drawing/2014/main" id="{93AAA4DE-7A92-CEFA-6AB1-DEF6DAF0EDF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69" name="Google Shape;869;p207:notes">
            <a:extLst>
              <a:ext uri="{FF2B5EF4-FFF2-40B4-BE49-F238E27FC236}">
                <a16:creationId xmlns:a16="http://schemas.microsoft.com/office/drawing/2014/main" id="{DB62EBDF-D76D-3671-5DE3-2424F213110A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207:notes">
            <a:extLst>
              <a:ext uri="{FF2B5EF4-FFF2-40B4-BE49-F238E27FC236}">
                <a16:creationId xmlns:a16="http://schemas.microsoft.com/office/drawing/2014/main" id="{3ABA08B5-AA2F-5D72-3971-15AC946FBA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207:notes">
            <a:extLst>
              <a:ext uri="{FF2B5EF4-FFF2-40B4-BE49-F238E27FC236}">
                <a16:creationId xmlns:a16="http://schemas.microsoft.com/office/drawing/2014/main" id="{7B96C9FD-0793-B58B-D60D-FF559F28C6D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7:notes">
            <a:extLst>
              <a:ext uri="{FF2B5EF4-FFF2-40B4-BE49-F238E27FC236}">
                <a16:creationId xmlns:a16="http://schemas.microsoft.com/office/drawing/2014/main" id="{CDF3462F-7CF8-60C7-9A0D-7C679BB42D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4108000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>
          <a:extLst>
            <a:ext uri="{FF2B5EF4-FFF2-40B4-BE49-F238E27FC236}">
              <a16:creationId xmlns:a16="http://schemas.microsoft.com/office/drawing/2014/main" id="{72D13822-BB37-CCA4-F6DB-AF30CAF47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7:notes">
            <a:extLst>
              <a:ext uri="{FF2B5EF4-FFF2-40B4-BE49-F238E27FC236}">
                <a16:creationId xmlns:a16="http://schemas.microsoft.com/office/drawing/2014/main" id="{E37D07C5-7419-09EB-69FE-F0E70B214044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7:notes">
            <a:extLst>
              <a:ext uri="{FF2B5EF4-FFF2-40B4-BE49-F238E27FC236}">
                <a16:creationId xmlns:a16="http://schemas.microsoft.com/office/drawing/2014/main" id="{91C9D63E-6A07-937F-AE29-ECFA3FB03C2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69" name="Google Shape;869;p207:notes">
            <a:extLst>
              <a:ext uri="{FF2B5EF4-FFF2-40B4-BE49-F238E27FC236}">
                <a16:creationId xmlns:a16="http://schemas.microsoft.com/office/drawing/2014/main" id="{6BD6BB49-D610-22C7-3A4B-7035D3233A96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207:notes">
            <a:extLst>
              <a:ext uri="{FF2B5EF4-FFF2-40B4-BE49-F238E27FC236}">
                <a16:creationId xmlns:a16="http://schemas.microsoft.com/office/drawing/2014/main" id="{39D85274-35B0-0DF6-2A08-6083326FDE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207:notes">
            <a:extLst>
              <a:ext uri="{FF2B5EF4-FFF2-40B4-BE49-F238E27FC236}">
                <a16:creationId xmlns:a16="http://schemas.microsoft.com/office/drawing/2014/main" id="{2228FD51-EF04-89BE-75BF-B658EAD0097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7:notes">
            <a:extLst>
              <a:ext uri="{FF2B5EF4-FFF2-40B4-BE49-F238E27FC236}">
                <a16:creationId xmlns:a16="http://schemas.microsoft.com/office/drawing/2014/main" id="{64D522E3-7088-DEFE-BC9E-841CE89290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4106184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2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29" name="Google Shape;829;p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>
          <a:extLst>
            <a:ext uri="{FF2B5EF4-FFF2-40B4-BE49-F238E27FC236}">
              <a16:creationId xmlns:a16="http://schemas.microsoft.com/office/drawing/2014/main" id="{885D70D3-18F8-3890-4891-93E6B0DF2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7:notes">
            <a:extLst>
              <a:ext uri="{FF2B5EF4-FFF2-40B4-BE49-F238E27FC236}">
                <a16:creationId xmlns:a16="http://schemas.microsoft.com/office/drawing/2014/main" id="{6F4F23A8-B9CA-6F16-64BA-6389B071B6EB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7:notes">
            <a:extLst>
              <a:ext uri="{FF2B5EF4-FFF2-40B4-BE49-F238E27FC236}">
                <a16:creationId xmlns:a16="http://schemas.microsoft.com/office/drawing/2014/main" id="{FD292250-F737-2D0F-3AC4-EC8A8930AE1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69" name="Google Shape;869;p207:notes">
            <a:extLst>
              <a:ext uri="{FF2B5EF4-FFF2-40B4-BE49-F238E27FC236}">
                <a16:creationId xmlns:a16="http://schemas.microsoft.com/office/drawing/2014/main" id="{15AF9B43-0E6F-3AB4-A336-189B21BEC800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207:notes">
            <a:extLst>
              <a:ext uri="{FF2B5EF4-FFF2-40B4-BE49-F238E27FC236}">
                <a16:creationId xmlns:a16="http://schemas.microsoft.com/office/drawing/2014/main" id="{1BD8F899-0049-2187-B0C3-BA8EAAFBD5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207:notes">
            <a:extLst>
              <a:ext uri="{FF2B5EF4-FFF2-40B4-BE49-F238E27FC236}">
                <a16:creationId xmlns:a16="http://schemas.microsoft.com/office/drawing/2014/main" id="{C80BF357-173E-E8DB-2060-B3BE4467F90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7:notes">
            <a:extLst>
              <a:ext uri="{FF2B5EF4-FFF2-40B4-BE49-F238E27FC236}">
                <a16:creationId xmlns:a16="http://schemas.microsoft.com/office/drawing/2014/main" id="{FC3997C5-6F09-E36C-A23B-2EFFBEF91D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5416883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>
          <a:extLst>
            <a:ext uri="{FF2B5EF4-FFF2-40B4-BE49-F238E27FC236}">
              <a16:creationId xmlns:a16="http://schemas.microsoft.com/office/drawing/2014/main" id="{FDA66BB0-10B0-449F-AE2D-E03CF8C6D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7:notes">
            <a:extLst>
              <a:ext uri="{FF2B5EF4-FFF2-40B4-BE49-F238E27FC236}">
                <a16:creationId xmlns:a16="http://schemas.microsoft.com/office/drawing/2014/main" id="{CE14A347-6BCD-A14E-1587-A70326056DC8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7:notes">
            <a:extLst>
              <a:ext uri="{FF2B5EF4-FFF2-40B4-BE49-F238E27FC236}">
                <a16:creationId xmlns:a16="http://schemas.microsoft.com/office/drawing/2014/main" id="{15E5DC27-6087-9AC5-F46C-D7016841C8F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69" name="Google Shape;869;p207:notes">
            <a:extLst>
              <a:ext uri="{FF2B5EF4-FFF2-40B4-BE49-F238E27FC236}">
                <a16:creationId xmlns:a16="http://schemas.microsoft.com/office/drawing/2014/main" id="{F61DE070-E06A-EF26-6462-3B7C741699AC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207:notes">
            <a:extLst>
              <a:ext uri="{FF2B5EF4-FFF2-40B4-BE49-F238E27FC236}">
                <a16:creationId xmlns:a16="http://schemas.microsoft.com/office/drawing/2014/main" id="{849C5609-7DB1-357E-25A1-C198B47983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207:notes">
            <a:extLst>
              <a:ext uri="{FF2B5EF4-FFF2-40B4-BE49-F238E27FC236}">
                <a16:creationId xmlns:a16="http://schemas.microsoft.com/office/drawing/2014/main" id="{85DB7AEF-A1F5-1DC3-76C1-F56EE4B5409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7:notes">
            <a:extLst>
              <a:ext uri="{FF2B5EF4-FFF2-40B4-BE49-F238E27FC236}">
                <a16:creationId xmlns:a16="http://schemas.microsoft.com/office/drawing/2014/main" id="{5578ED43-FBC6-E10D-F59B-9BD445FB2D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6271256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>
          <a:extLst>
            <a:ext uri="{FF2B5EF4-FFF2-40B4-BE49-F238E27FC236}">
              <a16:creationId xmlns:a16="http://schemas.microsoft.com/office/drawing/2014/main" id="{E394BA24-5D87-DC64-1E74-AE6D0D167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7:notes">
            <a:extLst>
              <a:ext uri="{FF2B5EF4-FFF2-40B4-BE49-F238E27FC236}">
                <a16:creationId xmlns:a16="http://schemas.microsoft.com/office/drawing/2014/main" id="{A0C20005-654F-876E-BFCC-12F8961D5997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7:notes">
            <a:extLst>
              <a:ext uri="{FF2B5EF4-FFF2-40B4-BE49-F238E27FC236}">
                <a16:creationId xmlns:a16="http://schemas.microsoft.com/office/drawing/2014/main" id="{8B147C21-93AF-B5AE-2C54-C7A4349C0F1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69" name="Google Shape;869;p207:notes">
            <a:extLst>
              <a:ext uri="{FF2B5EF4-FFF2-40B4-BE49-F238E27FC236}">
                <a16:creationId xmlns:a16="http://schemas.microsoft.com/office/drawing/2014/main" id="{72FFAC24-92DF-5C84-14B3-333562A86725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207:notes">
            <a:extLst>
              <a:ext uri="{FF2B5EF4-FFF2-40B4-BE49-F238E27FC236}">
                <a16:creationId xmlns:a16="http://schemas.microsoft.com/office/drawing/2014/main" id="{0E59144C-73FE-8F6B-EDF6-1D6E324502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207:notes">
            <a:extLst>
              <a:ext uri="{FF2B5EF4-FFF2-40B4-BE49-F238E27FC236}">
                <a16:creationId xmlns:a16="http://schemas.microsoft.com/office/drawing/2014/main" id="{EBBF77E9-C9B1-2589-9207-2EDBAEE0EC0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7:notes">
            <a:extLst>
              <a:ext uri="{FF2B5EF4-FFF2-40B4-BE49-F238E27FC236}">
                <a16:creationId xmlns:a16="http://schemas.microsoft.com/office/drawing/2014/main" id="{188D8ABF-7824-9D20-0B17-396FFB771C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585804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2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54" name="Google Shape;854;p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0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09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94" name="Google Shape;894;p209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5" name="Google Shape;895;p209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6" name="Google Shape;896;p209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09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>
          <a:extLst>
            <a:ext uri="{FF2B5EF4-FFF2-40B4-BE49-F238E27FC236}">
              <a16:creationId xmlns:a16="http://schemas.microsoft.com/office/drawing/2014/main" id="{D34C8C3D-A7D5-BE93-9011-A0955F27A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7:notes">
            <a:extLst>
              <a:ext uri="{FF2B5EF4-FFF2-40B4-BE49-F238E27FC236}">
                <a16:creationId xmlns:a16="http://schemas.microsoft.com/office/drawing/2014/main" id="{61985C4D-346C-B9B4-AA13-1D2357BC88CC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7:notes">
            <a:extLst>
              <a:ext uri="{FF2B5EF4-FFF2-40B4-BE49-F238E27FC236}">
                <a16:creationId xmlns:a16="http://schemas.microsoft.com/office/drawing/2014/main" id="{0E52265F-1FEF-1DE4-B534-2604DE4FF5F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69" name="Google Shape;869;p207:notes">
            <a:extLst>
              <a:ext uri="{FF2B5EF4-FFF2-40B4-BE49-F238E27FC236}">
                <a16:creationId xmlns:a16="http://schemas.microsoft.com/office/drawing/2014/main" id="{3D5D7652-F285-37D1-8161-2C99F0D34ED9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207:notes">
            <a:extLst>
              <a:ext uri="{FF2B5EF4-FFF2-40B4-BE49-F238E27FC236}">
                <a16:creationId xmlns:a16="http://schemas.microsoft.com/office/drawing/2014/main" id="{352401DC-838D-1521-64D4-B349059C47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1" name="Google Shape;871;p207:notes">
            <a:extLst>
              <a:ext uri="{FF2B5EF4-FFF2-40B4-BE49-F238E27FC236}">
                <a16:creationId xmlns:a16="http://schemas.microsoft.com/office/drawing/2014/main" id="{8BFC3CF6-03CD-AB1F-74AC-3F8254A52DB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7:notes">
            <a:extLst>
              <a:ext uri="{FF2B5EF4-FFF2-40B4-BE49-F238E27FC236}">
                <a16:creationId xmlns:a16="http://schemas.microsoft.com/office/drawing/2014/main" id="{A0265078-098A-C0A5-2232-5E65AFC179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172416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>
          <a:extLst>
            <a:ext uri="{FF2B5EF4-FFF2-40B4-BE49-F238E27FC236}">
              <a16:creationId xmlns:a16="http://schemas.microsoft.com/office/drawing/2014/main" id="{CA893E98-21B0-66E1-966D-F28E4BC48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09:notes">
            <a:extLst>
              <a:ext uri="{FF2B5EF4-FFF2-40B4-BE49-F238E27FC236}">
                <a16:creationId xmlns:a16="http://schemas.microsoft.com/office/drawing/2014/main" id="{7CB713A4-9607-66FB-F4DF-C423888B1721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09:notes">
            <a:extLst>
              <a:ext uri="{FF2B5EF4-FFF2-40B4-BE49-F238E27FC236}">
                <a16:creationId xmlns:a16="http://schemas.microsoft.com/office/drawing/2014/main" id="{EC1D9423-282F-9C46-080D-17C6574B0A2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94" name="Google Shape;894;p209:notes">
            <a:extLst>
              <a:ext uri="{FF2B5EF4-FFF2-40B4-BE49-F238E27FC236}">
                <a16:creationId xmlns:a16="http://schemas.microsoft.com/office/drawing/2014/main" id="{33CAAA83-EA4F-3798-8D03-B80DB588FE50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5" name="Google Shape;895;p209:notes">
            <a:extLst>
              <a:ext uri="{FF2B5EF4-FFF2-40B4-BE49-F238E27FC236}">
                <a16:creationId xmlns:a16="http://schemas.microsoft.com/office/drawing/2014/main" id="{DB67EA3E-1B89-BA97-F127-160E07C11B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6" name="Google Shape;896;p209:notes">
            <a:extLst>
              <a:ext uri="{FF2B5EF4-FFF2-40B4-BE49-F238E27FC236}">
                <a16:creationId xmlns:a16="http://schemas.microsoft.com/office/drawing/2014/main" id="{3B25DACA-3766-9E3E-E3E6-ACDFD4FFA3B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09:notes">
            <a:extLst>
              <a:ext uri="{FF2B5EF4-FFF2-40B4-BE49-F238E27FC236}">
                <a16:creationId xmlns:a16="http://schemas.microsoft.com/office/drawing/2014/main" id="{8E80D256-A2C4-F791-78A3-822C6D1BED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316245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>
          <a:extLst>
            <a:ext uri="{FF2B5EF4-FFF2-40B4-BE49-F238E27FC236}">
              <a16:creationId xmlns:a16="http://schemas.microsoft.com/office/drawing/2014/main" id="{FC6E3142-71B5-D3AC-CD6F-A1363956C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09:notes">
            <a:extLst>
              <a:ext uri="{FF2B5EF4-FFF2-40B4-BE49-F238E27FC236}">
                <a16:creationId xmlns:a16="http://schemas.microsoft.com/office/drawing/2014/main" id="{A5E18C19-0902-3F8E-B8E6-E7B896284561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09:notes">
            <a:extLst>
              <a:ext uri="{FF2B5EF4-FFF2-40B4-BE49-F238E27FC236}">
                <a16:creationId xmlns:a16="http://schemas.microsoft.com/office/drawing/2014/main" id="{D2313A5D-CA38-C5EB-3531-B7D22DB4635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94" name="Google Shape;894;p209:notes">
            <a:extLst>
              <a:ext uri="{FF2B5EF4-FFF2-40B4-BE49-F238E27FC236}">
                <a16:creationId xmlns:a16="http://schemas.microsoft.com/office/drawing/2014/main" id="{8BCF755B-DCCC-AE71-1862-8D92F1096402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5" name="Google Shape;895;p209:notes">
            <a:extLst>
              <a:ext uri="{FF2B5EF4-FFF2-40B4-BE49-F238E27FC236}">
                <a16:creationId xmlns:a16="http://schemas.microsoft.com/office/drawing/2014/main" id="{B4810DD9-C57A-0FBD-8AD9-A7974A32C1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6" name="Google Shape;896;p209:notes">
            <a:extLst>
              <a:ext uri="{FF2B5EF4-FFF2-40B4-BE49-F238E27FC236}">
                <a16:creationId xmlns:a16="http://schemas.microsoft.com/office/drawing/2014/main" id="{7B3EE8A3-BE60-4443-42A4-8C2D6D7417D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09:notes">
            <a:extLst>
              <a:ext uri="{FF2B5EF4-FFF2-40B4-BE49-F238E27FC236}">
                <a16:creationId xmlns:a16="http://schemas.microsoft.com/office/drawing/2014/main" id="{F7B47968-85EA-D897-AC6F-130FC639E5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1512530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>
          <a:extLst>
            <a:ext uri="{FF2B5EF4-FFF2-40B4-BE49-F238E27FC236}">
              <a16:creationId xmlns:a16="http://schemas.microsoft.com/office/drawing/2014/main" id="{8E37999C-A8DF-DF03-DCB4-ED8ED453C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09:notes">
            <a:extLst>
              <a:ext uri="{FF2B5EF4-FFF2-40B4-BE49-F238E27FC236}">
                <a16:creationId xmlns:a16="http://schemas.microsoft.com/office/drawing/2014/main" id="{288443BD-DE66-9FAB-F2A3-41BD9E86B83E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09:notes">
            <a:extLst>
              <a:ext uri="{FF2B5EF4-FFF2-40B4-BE49-F238E27FC236}">
                <a16:creationId xmlns:a16="http://schemas.microsoft.com/office/drawing/2014/main" id="{CF9532A5-8140-20D6-027A-C623F07339C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94" name="Google Shape;894;p209:notes">
            <a:extLst>
              <a:ext uri="{FF2B5EF4-FFF2-40B4-BE49-F238E27FC236}">
                <a16:creationId xmlns:a16="http://schemas.microsoft.com/office/drawing/2014/main" id="{172C642E-B3F4-DE44-725B-179B396A374C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5" name="Google Shape;895;p209:notes">
            <a:extLst>
              <a:ext uri="{FF2B5EF4-FFF2-40B4-BE49-F238E27FC236}">
                <a16:creationId xmlns:a16="http://schemas.microsoft.com/office/drawing/2014/main" id="{D558A265-3F13-692E-6CA4-5BBFD4F690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6" name="Google Shape;896;p209:notes">
            <a:extLst>
              <a:ext uri="{FF2B5EF4-FFF2-40B4-BE49-F238E27FC236}">
                <a16:creationId xmlns:a16="http://schemas.microsoft.com/office/drawing/2014/main" id="{89EB1FE8-55E5-9E67-4063-F08DE287BDD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09:notes">
            <a:extLst>
              <a:ext uri="{FF2B5EF4-FFF2-40B4-BE49-F238E27FC236}">
                <a16:creationId xmlns:a16="http://schemas.microsoft.com/office/drawing/2014/main" id="{35A46235-2A02-4BEB-6617-CD9262A809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1650559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>
          <a:extLst>
            <a:ext uri="{FF2B5EF4-FFF2-40B4-BE49-F238E27FC236}">
              <a16:creationId xmlns:a16="http://schemas.microsoft.com/office/drawing/2014/main" id="{B2C24053-4FC1-EE33-D233-2D5CE8530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09:notes">
            <a:extLst>
              <a:ext uri="{FF2B5EF4-FFF2-40B4-BE49-F238E27FC236}">
                <a16:creationId xmlns:a16="http://schemas.microsoft.com/office/drawing/2014/main" id="{24721297-CBAC-F05A-100E-BFEBBF36E194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09:notes">
            <a:extLst>
              <a:ext uri="{FF2B5EF4-FFF2-40B4-BE49-F238E27FC236}">
                <a16:creationId xmlns:a16="http://schemas.microsoft.com/office/drawing/2014/main" id="{F3F5AA7E-96A2-5B97-3C79-CEADCFF177E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94" name="Google Shape;894;p209:notes">
            <a:extLst>
              <a:ext uri="{FF2B5EF4-FFF2-40B4-BE49-F238E27FC236}">
                <a16:creationId xmlns:a16="http://schemas.microsoft.com/office/drawing/2014/main" id="{21FB67A6-244B-ED63-BC05-DC454AAFC661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5" name="Google Shape;895;p209:notes">
            <a:extLst>
              <a:ext uri="{FF2B5EF4-FFF2-40B4-BE49-F238E27FC236}">
                <a16:creationId xmlns:a16="http://schemas.microsoft.com/office/drawing/2014/main" id="{20DDD25F-2D0B-7815-A0EF-98B49AE5DC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6" name="Google Shape;896;p209:notes">
            <a:extLst>
              <a:ext uri="{FF2B5EF4-FFF2-40B4-BE49-F238E27FC236}">
                <a16:creationId xmlns:a16="http://schemas.microsoft.com/office/drawing/2014/main" id="{8505A371-2266-B6EB-8438-5499B54A58C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09:notes">
            <a:extLst>
              <a:ext uri="{FF2B5EF4-FFF2-40B4-BE49-F238E27FC236}">
                <a16:creationId xmlns:a16="http://schemas.microsoft.com/office/drawing/2014/main" id="{615C98D6-D3BC-3185-DA59-92FEA063A8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9424333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>
          <a:extLst>
            <a:ext uri="{FF2B5EF4-FFF2-40B4-BE49-F238E27FC236}">
              <a16:creationId xmlns:a16="http://schemas.microsoft.com/office/drawing/2014/main" id="{01A7A7C2-A6EC-F57D-7845-BD1D17567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09:notes">
            <a:extLst>
              <a:ext uri="{FF2B5EF4-FFF2-40B4-BE49-F238E27FC236}">
                <a16:creationId xmlns:a16="http://schemas.microsoft.com/office/drawing/2014/main" id="{6B5B48F2-4101-CAE7-4B07-99D7EE4B8E75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09:notes">
            <a:extLst>
              <a:ext uri="{FF2B5EF4-FFF2-40B4-BE49-F238E27FC236}">
                <a16:creationId xmlns:a16="http://schemas.microsoft.com/office/drawing/2014/main" id="{9118600C-6C4F-CB49-D088-0BA895C67A9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94" name="Google Shape;894;p209:notes">
            <a:extLst>
              <a:ext uri="{FF2B5EF4-FFF2-40B4-BE49-F238E27FC236}">
                <a16:creationId xmlns:a16="http://schemas.microsoft.com/office/drawing/2014/main" id="{136D5A5C-B812-87C0-E048-4BF57C05D620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5" name="Google Shape;895;p209:notes">
            <a:extLst>
              <a:ext uri="{FF2B5EF4-FFF2-40B4-BE49-F238E27FC236}">
                <a16:creationId xmlns:a16="http://schemas.microsoft.com/office/drawing/2014/main" id="{0AD50FA5-15D4-28EB-6F74-1505CF473F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6" name="Google Shape;896;p209:notes">
            <a:extLst>
              <a:ext uri="{FF2B5EF4-FFF2-40B4-BE49-F238E27FC236}">
                <a16:creationId xmlns:a16="http://schemas.microsoft.com/office/drawing/2014/main" id="{04F0280E-EE63-125F-5E2B-7A13751FFC0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09:notes">
            <a:extLst>
              <a:ext uri="{FF2B5EF4-FFF2-40B4-BE49-F238E27FC236}">
                <a16:creationId xmlns:a16="http://schemas.microsoft.com/office/drawing/2014/main" id="{B0BED1E9-5D6A-3F63-999C-0D60C120C8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8818517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2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79" name="Google Shape;879;p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20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0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44" name="Google Shape;844;p20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5" name="Google Shape;845;p20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6" name="Google Shape;846;p20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0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>
          <a:extLst>
            <a:ext uri="{FF2B5EF4-FFF2-40B4-BE49-F238E27FC236}">
              <a16:creationId xmlns:a16="http://schemas.microsoft.com/office/drawing/2014/main" id="{D8A828C0-6C9F-527E-46E1-FC4D1AAD2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205:notes">
            <a:extLst>
              <a:ext uri="{FF2B5EF4-FFF2-40B4-BE49-F238E27FC236}">
                <a16:creationId xmlns:a16="http://schemas.microsoft.com/office/drawing/2014/main" id="{16CFE5DE-4E2A-96C3-951F-A2E8E148CC25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05:notes">
            <a:extLst>
              <a:ext uri="{FF2B5EF4-FFF2-40B4-BE49-F238E27FC236}">
                <a16:creationId xmlns:a16="http://schemas.microsoft.com/office/drawing/2014/main" id="{3D508F0F-74DC-60C6-3B01-07CBA71A98C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44" name="Google Shape;844;p205:notes">
            <a:extLst>
              <a:ext uri="{FF2B5EF4-FFF2-40B4-BE49-F238E27FC236}">
                <a16:creationId xmlns:a16="http://schemas.microsoft.com/office/drawing/2014/main" id="{DB2DDB15-A347-CFB8-5017-242ADC25DCF2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5" name="Google Shape;845;p205:notes">
            <a:extLst>
              <a:ext uri="{FF2B5EF4-FFF2-40B4-BE49-F238E27FC236}">
                <a16:creationId xmlns:a16="http://schemas.microsoft.com/office/drawing/2014/main" id="{673BBDAF-3E75-8729-1D42-C6FB4B56F6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6" name="Google Shape;846;p205:notes">
            <a:extLst>
              <a:ext uri="{FF2B5EF4-FFF2-40B4-BE49-F238E27FC236}">
                <a16:creationId xmlns:a16="http://schemas.microsoft.com/office/drawing/2014/main" id="{4F22CF49-FE80-88B9-8DB9-76634DE2119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05:notes">
            <a:extLst>
              <a:ext uri="{FF2B5EF4-FFF2-40B4-BE49-F238E27FC236}">
                <a16:creationId xmlns:a16="http://schemas.microsoft.com/office/drawing/2014/main" id="{01019E6C-BF4B-8301-208A-D2A0BDC08F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843522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>
          <a:extLst>
            <a:ext uri="{FF2B5EF4-FFF2-40B4-BE49-F238E27FC236}">
              <a16:creationId xmlns:a16="http://schemas.microsoft.com/office/drawing/2014/main" id="{7AF64639-4DFC-634B-1440-5659D31BF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205:notes">
            <a:extLst>
              <a:ext uri="{FF2B5EF4-FFF2-40B4-BE49-F238E27FC236}">
                <a16:creationId xmlns:a16="http://schemas.microsoft.com/office/drawing/2014/main" id="{50E9989E-6D81-8287-F050-11D9887E9E24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05:notes">
            <a:extLst>
              <a:ext uri="{FF2B5EF4-FFF2-40B4-BE49-F238E27FC236}">
                <a16:creationId xmlns:a16="http://schemas.microsoft.com/office/drawing/2014/main" id="{214BBFD8-C84C-9D62-4D43-A0ABBB8710B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44" name="Google Shape;844;p205:notes">
            <a:extLst>
              <a:ext uri="{FF2B5EF4-FFF2-40B4-BE49-F238E27FC236}">
                <a16:creationId xmlns:a16="http://schemas.microsoft.com/office/drawing/2014/main" id="{359ED5C1-AE1E-37F5-FB46-7214485CAA2F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5" name="Google Shape;845;p205:notes">
            <a:extLst>
              <a:ext uri="{FF2B5EF4-FFF2-40B4-BE49-F238E27FC236}">
                <a16:creationId xmlns:a16="http://schemas.microsoft.com/office/drawing/2014/main" id="{A9E06545-3CF0-AC2F-F1A7-AC68B00E32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6" name="Google Shape;846;p205:notes">
            <a:extLst>
              <a:ext uri="{FF2B5EF4-FFF2-40B4-BE49-F238E27FC236}">
                <a16:creationId xmlns:a16="http://schemas.microsoft.com/office/drawing/2014/main" id="{11E8626F-E9C1-CB0F-86BA-4AF0D0E2B9F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05:notes">
            <a:extLst>
              <a:ext uri="{FF2B5EF4-FFF2-40B4-BE49-F238E27FC236}">
                <a16:creationId xmlns:a16="http://schemas.microsoft.com/office/drawing/2014/main" id="{8728ED49-F6FD-F81B-3465-D840FF0CFF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6813482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>
          <a:extLst>
            <a:ext uri="{FF2B5EF4-FFF2-40B4-BE49-F238E27FC236}">
              <a16:creationId xmlns:a16="http://schemas.microsoft.com/office/drawing/2014/main" id="{84203CFF-044E-1871-8894-D34F15A3E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205:notes">
            <a:extLst>
              <a:ext uri="{FF2B5EF4-FFF2-40B4-BE49-F238E27FC236}">
                <a16:creationId xmlns:a16="http://schemas.microsoft.com/office/drawing/2014/main" id="{0D858B17-699C-3B27-E01B-6B12940D638B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05:notes">
            <a:extLst>
              <a:ext uri="{FF2B5EF4-FFF2-40B4-BE49-F238E27FC236}">
                <a16:creationId xmlns:a16="http://schemas.microsoft.com/office/drawing/2014/main" id="{410BEF53-55CE-3E20-3D51-073BE5D5FCA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44" name="Google Shape;844;p205:notes">
            <a:extLst>
              <a:ext uri="{FF2B5EF4-FFF2-40B4-BE49-F238E27FC236}">
                <a16:creationId xmlns:a16="http://schemas.microsoft.com/office/drawing/2014/main" id="{DA30BA77-D048-1A76-E273-9207F0C90D2F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5" name="Google Shape;845;p205:notes">
            <a:extLst>
              <a:ext uri="{FF2B5EF4-FFF2-40B4-BE49-F238E27FC236}">
                <a16:creationId xmlns:a16="http://schemas.microsoft.com/office/drawing/2014/main" id="{79A122EB-5117-32C9-43DC-BB7B9A34F8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6" name="Google Shape;846;p205:notes">
            <a:extLst>
              <a:ext uri="{FF2B5EF4-FFF2-40B4-BE49-F238E27FC236}">
                <a16:creationId xmlns:a16="http://schemas.microsoft.com/office/drawing/2014/main" id="{78F99270-2795-9498-8DB7-B7EC1AC47B1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05:notes">
            <a:extLst>
              <a:ext uri="{FF2B5EF4-FFF2-40B4-BE49-F238E27FC236}">
                <a16:creationId xmlns:a16="http://schemas.microsoft.com/office/drawing/2014/main" id="{80E56312-D1D2-8859-561E-9260EF0AD0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9396731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>
          <a:extLst>
            <a:ext uri="{FF2B5EF4-FFF2-40B4-BE49-F238E27FC236}">
              <a16:creationId xmlns:a16="http://schemas.microsoft.com/office/drawing/2014/main" id="{953EA6A4-FEC3-D8AE-6F07-FCE0560DD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205:notes">
            <a:extLst>
              <a:ext uri="{FF2B5EF4-FFF2-40B4-BE49-F238E27FC236}">
                <a16:creationId xmlns:a16="http://schemas.microsoft.com/office/drawing/2014/main" id="{DE49D559-A1FE-C473-DC43-A689D155769B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05:notes">
            <a:extLst>
              <a:ext uri="{FF2B5EF4-FFF2-40B4-BE49-F238E27FC236}">
                <a16:creationId xmlns:a16="http://schemas.microsoft.com/office/drawing/2014/main" id="{6135BC14-8E26-ADB1-8807-5522C32D2B8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44" name="Google Shape;844;p205:notes">
            <a:extLst>
              <a:ext uri="{FF2B5EF4-FFF2-40B4-BE49-F238E27FC236}">
                <a16:creationId xmlns:a16="http://schemas.microsoft.com/office/drawing/2014/main" id="{713D3B6E-7E74-929F-C306-66EE1E8785AF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5" name="Google Shape;845;p205:notes">
            <a:extLst>
              <a:ext uri="{FF2B5EF4-FFF2-40B4-BE49-F238E27FC236}">
                <a16:creationId xmlns:a16="http://schemas.microsoft.com/office/drawing/2014/main" id="{42037B21-B1D0-C1D9-857C-75F363A095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6" name="Google Shape;846;p205:notes">
            <a:extLst>
              <a:ext uri="{FF2B5EF4-FFF2-40B4-BE49-F238E27FC236}">
                <a16:creationId xmlns:a16="http://schemas.microsoft.com/office/drawing/2014/main" id="{F06F3025-9789-5E89-03D8-BF8D374B72F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05:notes">
            <a:extLst>
              <a:ext uri="{FF2B5EF4-FFF2-40B4-BE49-F238E27FC236}">
                <a16:creationId xmlns:a16="http://schemas.microsoft.com/office/drawing/2014/main" id="{9C594ED4-F4ED-6CDA-FB9D-D0792F3C66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769918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>
          <a:extLst>
            <a:ext uri="{FF2B5EF4-FFF2-40B4-BE49-F238E27FC236}">
              <a16:creationId xmlns:a16="http://schemas.microsoft.com/office/drawing/2014/main" id="{AB32F5F1-5F12-AE06-3C55-6C9667C8C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205:notes">
            <a:extLst>
              <a:ext uri="{FF2B5EF4-FFF2-40B4-BE49-F238E27FC236}">
                <a16:creationId xmlns:a16="http://schemas.microsoft.com/office/drawing/2014/main" id="{F6F83E5F-BB1C-F921-7267-1A377BA1B502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05:notes">
            <a:extLst>
              <a:ext uri="{FF2B5EF4-FFF2-40B4-BE49-F238E27FC236}">
                <a16:creationId xmlns:a16="http://schemas.microsoft.com/office/drawing/2014/main" id="{7D3CEB53-AEB2-A916-F13D-C7E5DEB8F2D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44" name="Google Shape;844;p205:notes">
            <a:extLst>
              <a:ext uri="{FF2B5EF4-FFF2-40B4-BE49-F238E27FC236}">
                <a16:creationId xmlns:a16="http://schemas.microsoft.com/office/drawing/2014/main" id="{384D55FB-660F-DED7-4426-D50D3A828117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5" name="Google Shape;845;p205:notes">
            <a:extLst>
              <a:ext uri="{FF2B5EF4-FFF2-40B4-BE49-F238E27FC236}">
                <a16:creationId xmlns:a16="http://schemas.microsoft.com/office/drawing/2014/main" id="{BCE6070F-F963-BCC5-48B2-F324B3108D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6" name="Google Shape;846;p205:notes">
            <a:extLst>
              <a:ext uri="{FF2B5EF4-FFF2-40B4-BE49-F238E27FC236}">
                <a16:creationId xmlns:a16="http://schemas.microsoft.com/office/drawing/2014/main" id="{7E44C710-8425-AD36-A108-10029A2B9B2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05:notes">
            <a:extLst>
              <a:ext uri="{FF2B5EF4-FFF2-40B4-BE49-F238E27FC236}">
                <a16:creationId xmlns:a16="http://schemas.microsoft.com/office/drawing/2014/main" id="{E4C053F3-0360-30E6-EDDE-DC995A6B04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568171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2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04" name="Google Shape;904;p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>
          <a:extLst>
            <a:ext uri="{FF2B5EF4-FFF2-40B4-BE49-F238E27FC236}">
              <a16:creationId xmlns:a16="http://schemas.microsoft.com/office/drawing/2014/main" id="{92CD03FA-983A-85EE-749D-2F0168975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208:notes">
            <a:extLst>
              <a:ext uri="{FF2B5EF4-FFF2-40B4-BE49-F238E27FC236}">
                <a16:creationId xmlns:a16="http://schemas.microsoft.com/office/drawing/2014/main" id="{9F375239-3625-25AC-2ECC-08570188B7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79" name="Google Shape;879;p208:notes">
            <a:extLst>
              <a:ext uri="{FF2B5EF4-FFF2-40B4-BE49-F238E27FC236}">
                <a16:creationId xmlns:a16="http://schemas.microsoft.com/office/drawing/2014/main" id="{18037E29-16E0-97F8-29D4-19B743E64C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4642897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21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1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19" name="Google Shape;919;p21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0" name="Google Shape;920;p21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1" name="Google Shape;921;p21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1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>
          <a:extLst>
            <a:ext uri="{FF2B5EF4-FFF2-40B4-BE49-F238E27FC236}">
              <a16:creationId xmlns:a16="http://schemas.microsoft.com/office/drawing/2014/main" id="{97EFF8BF-CE57-32A5-62B4-B19CA382C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211:notes">
            <a:extLst>
              <a:ext uri="{FF2B5EF4-FFF2-40B4-BE49-F238E27FC236}">
                <a16:creationId xmlns:a16="http://schemas.microsoft.com/office/drawing/2014/main" id="{B6337E76-006D-FF87-0282-1B1DD9C9248A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11:notes">
            <a:extLst>
              <a:ext uri="{FF2B5EF4-FFF2-40B4-BE49-F238E27FC236}">
                <a16:creationId xmlns:a16="http://schemas.microsoft.com/office/drawing/2014/main" id="{14CBA319-3826-DB83-44CE-AEABE477DC0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19" name="Google Shape;919;p211:notes">
            <a:extLst>
              <a:ext uri="{FF2B5EF4-FFF2-40B4-BE49-F238E27FC236}">
                <a16:creationId xmlns:a16="http://schemas.microsoft.com/office/drawing/2014/main" id="{21E29736-887B-4EC6-389D-1F9689ADF780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0" name="Google Shape;920;p211:notes">
            <a:extLst>
              <a:ext uri="{FF2B5EF4-FFF2-40B4-BE49-F238E27FC236}">
                <a16:creationId xmlns:a16="http://schemas.microsoft.com/office/drawing/2014/main" id="{E6FE969A-05FB-D42D-7289-AFD7D7544B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1" name="Google Shape;921;p211:notes">
            <a:extLst>
              <a:ext uri="{FF2B5EF4-FFF2-40B4-BE49-F238E27FC236}">
                <a16:creationId xmlns:a16="http://schemas.microsoft.com/office/drawing/2014/main" id="{F5FB9D41-2278-94FE-B692-C0C4F61EFE6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11:notes">
            <a:extLst>
              <a:ext uri="{FF2B5EF4-FFF2-40B4-BE49-F238E27FC236}">
                <a16:creationId xmlns:a16="http://schemas.microsoft.com/office/drawing/2014/main" id="{FC2075FD-25E1-832B-287D-35FFC1078A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766942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>
          <a:extLst>
            <a:ext uri="{FF2B5EF4-FFF2-40B4-BE49-F238E27FC236}">
              <a16:creationId xmlns:a16="http://schemas.microsoft.com/office/drawing/2014/main" id="{17E2EEDD-81A9-85A4-5CDF-672697E6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211:notes">
            <a:extLst>
              <a:ext uri="{FF2B5EF4-FFF2-40B4-BE49-F238E27FC236}">
                <a16:creationId xmlns:a16="http://schemas.microsoft.com/office/drawing/2014/main" id="{D3DF5BEB-A0DB-90D3-E12F-D097446727E3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11:notes">
            <a:extLst>
              <a:ext uri="{FF2B5EF4-FFF2-40B4-BE49-F238E27FC236}">
                <a16:creationId xmlns:a16="http://schemas.microsoft.com/office/drawing/2014/main" id="{CDF8D78F-09FC-B092-4D96-FA60271C784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19" name="Google Shape;919;p211:notes">
            <a:extLst>
              <a:ext uri="{FF2B5EF4-FFF2-40B4-BE49-F238E27FC236}">
                <a16:creationId xmlns:a16="http://schemas.microsoft.com/office/drawing/2014/main" id="{7D0BD3BA-1285-562A-A007-1ACC87FC1A8A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0" name="Google Shape;920;p211:notes">
            <a:extLst>
              <a:ext uri="{FF2B5EF4-FFF2-40B4-BE49-F238E27FC236}">
                <a16:creationId xmlns:a16="http://schemas.microsoft.com/office/drawing/2014/main" id="{3946F87C-F5B0-2D2D-1297-AD3A1F421C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1" name="Google Shape;921;p211:notes">
            <a:extLst>
              <a:ext uri="{FF2B5EF4-FFF2-40B4-BE49-F238E27FC236}">
                <a16:creationId xmlns:a16="http://schemas.microsoft.com/office/drawing/2014/main" id="{2272F170-2F74-08C2-E3A3-8D3AAE68774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11:notes">
            <a:extLst>
              <a:ext uri="{FF2B5EF4-FFF2-40B4-BE49-F238E27FC236}">
                <a16:creationId xmlns:a16="http://schemas.microsoft.com/office/drawing/2014/main" id="{93E6F1B9-8262-CD7E-C748-369B862CB4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7789588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2">
          <a:extLst>
            <a:ext uri="{FF2B5EF4-FFF2-40B4-BE49-F238E27FC236}">
              <a16:creationId xmlns:a16="http://schemas.microsoft.com/office/drawing/2014/main" id="{40FF0AC8-094B-C17C-EAD9-78F441A03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210:notes">
            <a:extLst>
              <a:ext uri="{FF2B5EF4-FFF2-40B4-BE49-F238E27FC236}">
                <a16:creationId xmlns:a16="http://schemas.microsoft.com/office/drawing/2014/main" id="{899237F5-AA69-562B-0E02-64F31E88B2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04" name="Google Shape;904;p210:notes">
            <a:extLst>
              <a:ext uri="{FF2B5EF4-FFF2-40B4-BE49-F238E27FC236}">
                <a16:creationId xmlns:a16="http://schemas.microsoft.com/office/drawing/2014/main" id="{3F214C3F-9D8A-47E4-58B8-AAE947BB9F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10765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5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5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5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5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5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5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5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5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6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6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5" name="Google Shape;115;p16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6" name="Google Shape;116;p1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6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6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6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2" name="Google Shape;122;p16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3" name="Google Shape;123;p16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4" name="Google Shape;124;p16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5" name="Google Shape;125;p1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6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6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16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1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6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16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1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6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6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16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6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6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4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4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1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obase-org/hocvien_k1_aiautomation.git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37F895C2-75A0-C10C-97BA-537151B0D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8">
            <a:extLst>
              <a:ext uri="{FF2B5EF4-FFF2-40B4-BE49-F238E27FC236}">
                <a16:creationId xmlns:a16="http://schemas.microsoft.com/office/drawing/2014/main" id="{11DEEBE9-7174-E203-BD64-E257CA002BA9}"/>
              </a:ext>
            </a:extLst>
          </p:cNvPr>
          <p:cNvSpPr txBox="1"/>
          <p:nvPr/>
        </p:nvSpPr>
        <p:spPr>
          <a:xfrm>
            <a:off x="682748" y="1846737"/>
            <a:ext cx="16922504" cy="2955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56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84"/>
              <a:buFont typeface="Arial"/>
              <a:buNone/>
            </a:pPr>
            <a:r>
              <a:rPr lang="en-US" sz="5784" b="1" dirty="0">
                <a:solidFill>
                  <a:schemeClr val="bg2"/>
                </a:solidFill>
                <a:latin typeface="Montserrat"/>
                <a:sym typeface="Montserrat"/>
              </a:rPr>
              <a:t>NHẬP MÔN: </a:t>
            </a:r>
          </a:p>
          <a:p>
            <a:pPr marL="0" marR="0" lvl="0" indent="0" algn="ctr" rtl="0">
              <a:lnSpc>
                <a:spcPct val="1656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84"/>
              <a:buFont typeface="Arial"/>
              <a:buNone/>
            </a:pPr>
            <a:r>
              <a:rPr lang="en-US" sz="5784" b="1" dirty="0">
                <a:solidFill>
                  <a:srgbClr val="163E64"/>
                </a:solidFill>
                <a:latin typeface="Montserrat"/>
                <a:sym typeface="Montserrat"/>
              </a:rPr>
              <a:t>NỀN TẢNG TỰ ĐỘNG HOÁ DOANH NGHIỆP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68">
            <a:extLst>
              <a:ext uri="{FF2B5EF4-FFF2-40B4-BE49-F238E27FC236}">
                <a16:creationId xmlns:a16="http://schemas.microsoft.com/office/drawing/2014/main" id="{0E19C7AF-CAAD-7A2E-C705-65002BB4D0E6}"/>
              </a:ext>
            </a:extLst>
          </p:cNvPr>
          <p:cNvSpPr txBox="1"/>
          <p:nvPr/>
        </p:nvSpPr>
        <p:spPr>
          <a:xfrm>
            <a:off x="2836247" y="5849544"/>
            <a:ext cx="12071165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VN" sz="3200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PHIÊN BẢN BÀI GIẢNG CHO NHÓM CHUYÊN GIA TƯ VẤN CHUYỂN ĐỔI A.I CHO DOANH NGHIỆP</a:t>
            </a:r>
            <a:br>
              <a:rPr lang="en-VN" sz="3200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3200" b="1" i="0" u="none" strike="noStrike" cap="none" dirty="0">
              <a:solidFill>
                <a:srgbClr val="163E6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BUỔI 1+2</a:t>
            </a:r>
            <a:endParaRPr dirty="0"/>
          </a:p>
        </p:txBody>
      </p:sp>
      <p:sp>
        <p:nvSpPr>
          <p:cNvPr id="169" name="Google Shape;169;p168">
            <a:extLst>
              <a:ext uri="{FF2B5EF4-FFF2-40B4-BE49-F238E27FC236}">
                <a16:creationId xmlns:a16="http://schemas.microsoft.com/office/drawing/2014/main" id="{37C42CA9-5139-5D4B-7770-138A8218AC18}"/>
              </a:ext>
            </a:extLst>
          </p:cNvPr>
          <p:cNvSpPr txBox="1"/>
          <p:nvPr/>
        </p:nvSpPr>
        <p:spPr>
          <a:xfrm>
            <a:off x="4409301" y="7864445"/>
            <a:ext cx="9923387" cy="827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7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GIẢNG VIÊN: TH.S  NGUYỄN MINH CƯỜNG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6A4FA9-E257-6AC2-8BDF-B2AAEEC57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261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9"/>
          <p:cNvSpPr txBox="1"/>
          <p:nvPr/>
        </p:nvSpPr>
        <p:spPr>
          <a:xfrm>
            <a:off x="6921575" y="1960250"/>
            <a:ext cx="11103300" cy="7686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92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Montserrat"/>
              <a:buNone/>
            </a:pPr>
            <a:r>
              <a:rPr lang="en-US" sz="4099" b="1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Th.S</a:t>
            </a:r>
            <a:r>
              <a:rPr lang="en-US" sz="4099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Nguyễn Minh Cường</a:t>
            </a:r>
            <a:endParaRPr sz="2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800" b="1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Nhà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00" b="1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sáng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00" b="1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lập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00" b="1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00" b="1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Tư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00" b="1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vấn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00" b="1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trưởng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00" b="1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tại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00" b="1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Alobase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3392" marR="0" lvl="1" indent="-213996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Thạc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sĩ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Williams College, Hoa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Kỳ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3392" marR="0" lvl="1" indent="-213996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Thiết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kế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các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khoá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học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Thực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hành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kĩ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năng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A.I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doanh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nghiệp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(12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buổi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), Các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khoá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chuyên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sâu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Tập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đoàn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Hoà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Phát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Petrolimex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PetroVietnam, Viettel,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HomeCredit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VNNext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Software...</a:t>
            </a:r>
            <a:endParaRPr dirty="0"/>
          </a:p>
          <a:p>
            <a:pPr marL="453392" marR="0" lvl="1" indent="-213996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Các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chuyên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đề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đào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tạo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(1)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Phổ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cập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(2) A.I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Marketing (3)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Tối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ưu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A.I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doanh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nghiệp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(4) A.I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Chiến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lược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lãnh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đạo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(5) A.I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Lập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trình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viên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3392" marR="0" lvl="1" indent="-213996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Admin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cộng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đồng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Bình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dân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học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A.I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gần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600K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thành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viên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là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nhóm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học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tập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A.I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lớn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nhất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Việt Nam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hiện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nay.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3392" marR="0" lvl="1" indent="-213996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Quản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lý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các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dự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án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chuyển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đổi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xanh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chuyển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đổi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số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các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start-up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doanh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nghiệp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của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GIZ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UNDP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3392" marR="0" lvl="1" indent="-213996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Chủ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nhiệm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nhiệm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vụ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số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8,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đề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án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844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về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Xây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dựng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Hệ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sinh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thái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khởi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nghiệp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Đổi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mới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sáng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tạo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của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Bộ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KHCN.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17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7" name="Google Shape;177;p169"/>
          <p:cNvGrpSpPr/>
          <p:nvPr/>
        </p:nvGrpSpPr>
        <p:grpSpPr>
          <a:xfrm>
            <a:off x="0" y="1277434"/>
            <a:ext cx="19410168" cy="1276784"/>
            <a:chOff x="0" y="-246117"/>
            <a:chExt cx="25880224" cy="1702379"/>
          </a:xfrm>
        </p:grpSpPr>
        <p:sp>
          <p:nvSpPr>
            <p:cNvPr id="178" name="Google Shape;178;p169"/>
            <p:cNvSpPr/>
            <p:nvPr/>
          </p:nvSpPr>
          <p:spPr>
            <a:xfrm>
              <a:off x="0" y="0"/>
              <a:ext cx="19507200" cy="1456262"/>
            </a:xfrm>
            <a:custGeom>
              <a:avLst/>
              <a:gdLst/>
              <a:ahLst/>
              <a:cxnLst/>
              <a:rect l="l" t="t" r="r" b="b"/>
              <a:pathLst>
                <a:path w="19507200" h="1456262" extrusionOk="0">
                  <a:moveTo>
                    <a:pt x="0" y="0"/>
                  </a:moveTo>
                  <a:lnTo>
                    <a:pt x="19507200" y="0"/>
                  </a:lnTo>
                  <a:lnTo>
                    <a:pt x="19507200" y="1456262"/>
                  </a:lnTo>
                  <a:lnTo>
                    <a:pt x="0" y="145626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11015" b="-21101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69"/>
            <p:cNvSpPr txBox="1"/>
            <p:nvPr/>
          </p:nvSpPr>
          <p:spPr>
            <a:xfrm>
              <a:off x="6373024" y="-246117"/>
              <a:ext cx="19507200" cy="144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Montserrat"/>
                <a:buNone/>
              </a:pPr>
              <a:r>
                <a:rPr lang="en-US" sz="4400" b="1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GIỚI THIỆU GIẢNG VIÊN</a:t>
              </a:r>
              <a:endParaRPr sz="2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82" name="Google Shape;182;p1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2950" y="2581742"/>
            <a:ext cx="5224392" cy="6688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0"/>
          <p:cNvSpPr txBox="1"/>
          <p:nvPr/>
        </p:nvSpPr>
        <p:spPr>
          <a:xfrm>
            <a:off x="708612" y="4248779"/>
            <a:ext cx="90587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br>
              <a:rPr lang="en-US" sz="2200" b="0" i="0" u="none" strike="noStrike" cap="none" dirty="0">
                <a:solidFill>
                  <a:srgbClr val="2B399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70"/>
          <p:cNvSpPr/>
          <p:nvPr/>
        </p:nvSpPr>
        <p:spPr>
          <a:xfrm>
            <a:off x="901703" y="2197363"/>
            <a:ext cx="6903530" cy="1889855"/>
          </a:xfrm>
          <a:custGeom>
            <a:avLst/>
            <a:gdLst/>
            <a:ahLst/>
            <a:cxnLst/>
            <a:rect l="l" t="t" r="r" b="b"/>
            <a:pathLst>
              <a:path w="9204706" h="2519807" extrusionOk="0">
                <a:moveTo>
                  <a:pt x="0" y="0"/>
                </a:moveTo>
                <a:lnTo>
                  <a:pt x="9204706" y="0"/>
                </a:lnTo>
                <a:lnTo>
                  <a:pt x="9204706" y="2519807"/>
                </a:lnTo>
                <a:lnTo>
                  <a:pt x="0" y="25198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0" r="-40" b="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0"/>
          <p:cNvSpPr txBox="1"/>
          <p:nvPr/>
        </p:nvSpPr>
        <p:spPr>
          <a:xfrm>
            <a:off x="901704" y="2650274"/>
            <a:ext cx="7057998" cy="1425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2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PHẦN 1</a:t>
            </a:r>
            <a:br>
              <a:rPr lang="en-US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SKILL CHO DOANH NGHIỆP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70"/>
          <p:cNvSpPr/>
          <p:nvPr/>
        </p:nvSpPr>
        <p:spPr>
          <a:xfrm>
            <a:off x="10328300" y="2206638"/>
            <a:ext cx="6903530" cy="1889855"/>
          </a:xfrm>
          <a:custGeom>
            <a:avLst/>
            <a:gdLst/>
            <a:ahLst/>
            <a:cxnLst/>
            <a:rect l="l" t="t" r="r" b="b"/>
            <a:pathLst>
              <a:path w="9204706" h="2519807" extrusionOk="0">
                <a:moveTo>
                  <a:pt x="0" y="0"/>
                </a:moveTo>
                <a:lnTo>
                  <a:pt x="9204706" y="0"/>
                </a:lnTo>
                <a:lnTo>
                  <a:pt x="9204706" y="2519807"/>
                </a:lnTo>
                <a:lnTo>
                  <a:pt x="0" y="25198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0" r="-40" b="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70"/>
          <p:cNvSpPr/>
          <p:nvPr/>
        </p:nvSpPr>
        <p:spPr>
          <a:xfrm>
            <a:off x="10328300" y="3301965"/>
            <a:ext cx="6868287" cy="886111"/>
          </a:xfrm>
          <a:custGeom>
            <a:avLst/>
            <a:gdLst/>
            <a:ahLst/>
            <a:cxnLst/>
            <a:rect l="l" t="t" r="r" b="b"/>
            <a:pathLst>
              <a:path w="9157716" h="1181481" extrusionOk="0">
                <a:moveTo>
                  <a:pt x="0" y="0"/>
                </a:moveTo>
                <a:lnTo>
                  <a:pt x="9157716" y="0"/>
                </a:lnTo>
                <a:lnTo>
                  <a:pt x="9157716" y="1181481"/>
                </a:lnTo>
                <a:lnTo>
                  <a:pt x="0" y="11814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2" r="-12" b="-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70"/>
          <p:cNvSpPr/>
          <p:nvPr/>
        </p:nvSpPr>
        <p:spPr>
          <a:xfrm>
            <a:off x="1155697" y="2206638"/>
            <a:ext cx="16230600" cy="19050"/>
          </a:xfrm>
          <a:custGeom>
            <a:avLst/>
            <a:gdLst/>
            <a:ahLst/>
            <a:cxnLst/>
            <a:rect l="l" t="t" r="r" b="b"/>
            <a:pathLst>
              <a:path w="21640800" h="25400" extrusionOk="0">
                <a:moveTo>
                  <a:pt x="0" y="0"/>
                </a:moveTo>
                <a:lnTo>
                  <a:pt x="21640800" y="0"/>
                </a:lnTo>
                <a:lnTo>
                  <a:pt x="21640800" y="25400"/>
                </a:lnTo>
                <a:lnTo>
                  <a:pt x="0" y="25400"/>
                </a:lnTo>
                <a:close/>
              </a:path>
            </a:pathLst>
          </a:custGeom>
          <a:solidFill>
            <a:srgbClr val="004AA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70"/>
          <p:cNvSpPr txBox="1"/>
          <p:nvPr/>
        </p:nvSpPr>
        <p:spPr>
          <a:xfrm>
            <a:off x="5238011" y="1288737"/>
            <a:ext cx="8379773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3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KHUNG NỘI DUNG HAI BUỔI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70"/>
          <p:cNvSpPr txBox="1"/>
          <p:nvPr/>
        </p:nvSpPr>
        <p:spPr>
          <a:xfrm>
            <a:off x="11005132" y="2473856"/>
            <a:ext cx="5479037" cy="1425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2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FFFFFF"/>
                </a:solidFill>
                <a:latin typeface="Montserrat"/>
                <a:sym typeface="Montserrat"/>
              </a:rPr>
              <a:t>PHẦN 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92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TỰ ĐỘNG HÓA VỚI </a:t>
            </a:r>
            <a:r>
              <a:rPr lang="en-US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N8N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  <p:sp>
        <p:nvSpPr>
          <p:cNvPr id="201" name="TOC List Part 1"/>
          <p:cNvSpPr txBox="1"/>
          <p:nvPr/>
        </p:nvSpPr>
        <p:spPr>
          <a:xfrm>
            <a:off x="1000000" y="4450000"/>
            <a:ext cx="6800000" cy="5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marL="342900" indent="-342900">
              <a:lnSpc>
                <a:spcPct val="140000"/>
              </a:lnSpc>
              <a:spcBef>
                <a:spcPts val="600"/>
              </a:spcBef>
              <a:buClr>
                <a:srgbClr val="004AAD"/>
              </a:buClr>
              <a:buFont typeface="Arial"/>
              <a:buChar char="▪"/>
            </a:pPr>
            <a:r>
              <a:rPr lang="vi-VN" sz="2000" b="0" dirty="0">
                <a:solidFill>
                  <a:srgbClr val="163E64"/>
                </a:solidFill>
                <a:latin typeface="Montserrat"/>
                <a:cs typeface="Montserrat"/>
              </a:rPr>
              <a:t>Vai trò tư vấn &amp; mục tiêu đào tạo</a:t>
            </a:r>
          </a:p>
          <a:p>
            <a:pPr marL="342900" indent="-342900">
              <a:lnSpc>
                <a:spcPct val="140000"/>
              </a:lnSpc>
              <a:spcBef>
                <a:spcPts val="600"/>
              </a:spcBef>
              <a:buClr>
                <a:srgbClr val="004AAD"/>
              </a:buClr>
              <a:buFont typeface="Arial"/>
              <a:buChar char="▪"/>
            </a:pPr>
            <a:r>
              <a:rPr lang="vi-VN" sz="2000" b="0" dirty="0">
                <a:solidFill>
                  <a:srgbClr val="163E64"/>
                </a:solidFill>
                <a:latin typeface="Montserrat"/>
                <a:cs typeface="Montserrat"/>
              </a:rPr>
              <a:t>Lý thuyết: Prompt, Skill &amp; Markdown</a:t>
            </a:r>
          </a:p>
          <a:p>
            <a:pPr marL="342900" indent="-342900">
              <a:lnSpc>
                <a:spcPct val="140000"/>
              </a:lnSpc>
              <a:spcBef>
                <a:spcPts val="600"/>
              </a:spcBef>
              <a:buClr>
                <a:srgbClr val="004AAD"/>
              </a:buClr>
              <a:buFont typeface="Arial"/>
              <a:buChar char="▪"/>
            </a:pPr>
            <a:r>
              <a:rPr lang="vi-VN" sz="2000" b="0" dirty="0">
                <a:solidFill>
                  <a:srgbClr val="163E64"/>
                </a:solidFill>
                <a:latin typeface="Montserrat"/>
                <a:cs typeface="Montserrat"/>
              </a:rPr>
              <a:t>Cài đặt siêu trợ lý A.I trên máy tính</a:t>
            </a:r>
          </a:p>
          <a:p>
            <a:pPr marL="342900" indent="-342900">
              <a:lnSpc>
                <a:spcPct val="140000"/>
              </a:lnSpc>
              <a:spcBef>
                <a:spcPts val="600"/>
              </a:spcBef>
              <a:buClr>
                <a:srgbClr val="004AAD"/>
              </a:buClr>
              <a:buFont typeface="Arial"/>
              <a:buChar char="▪"/>
            </a:pPr>
            <a:r>
              <a:rPr lang="vi-VN" sz="2000" b="0" dirty="0">
                <a:solidFill>
                  <a:srgbClr val="163E64"/>
                </a:solidFill>
                <a:latin typeface="Montserrat"/>
                <a:cs typeface="Montserrat"/>
              </a:rPr>
              <a:t>Tạo &amp; gọi nhân viên A.I trên máy tính</a:t>
            </a:r>
          </a:p>
          <a:p>
            <a:pPr marL="342900" indent="-342900">
              <a:lnSpc>
                <a:spcPct val="140000"/>
              </a:lnSpc>
              <a:spcBef>
                <a:spcPts val="600"/>
              </a:spcBef>
              <a:buClr>
                <a:srgbClr val="004AAD"/>
              </a:buClr>
              <a:buFont typeface="Arial"/>
              <a:buChar char="▪"/>
            </a:pPr>
            <a:r>
              <a:rPr lang="vi-VN" sz="2000" b="0" dirty="0">
                <a:solidFill>
                  <a:srgbClr val="163E64"/>
                </a:solidFill>
                <a:latin typeface="Montserrat"/>
                <a:cs typeface="Montserrat"/>
              </a:rPr>
              <a:t>Đọc &amp; quản lý file Skill (Markdown)</a:t>
            </a:r>
          </a:p>
          <a:p>
            <a:pPr marL="342900" indent="-342900">
              <a:lnSpc>
                <a:spcPct val="140000"/>
              </a:lnSpc>
              <a:spcBef>
                <a:spcPts val="600"/>
              </a:spcBef>
              <a:buClr>
                <a:srgbClr val="004AAD"/>
              </a:buClr>
              <a:buFont typeface="Arial"/>
              <a:buChar char="▪"/>
            </a:pPr>
            <a:r>
              <a:rPr lang="vi-VN" sz="2000" b="0" dirty="0">
                <a:solidFill>
                  <a:srgbClr val="163E64"/>
                </a:solidFill>
                <a:latin typeface="Montserrat"/>
                <a:cs typeface="Montserrat"/>
              </a:rPr>
              <a:t>Đồng bộ dữ liệu cho nhân viên AI với Github</a:t>
            </a:r>
          </a:p>
        </p:txBody>
      </p:sp>
      <p:sp>
        <p:nvSpPr>
          <p:cNvPr id="202" name="TOC List Part 2"/>
          <p:cNvSpPr txBox="1"/>
          <p:nvPr/>
        </p:nvSpPr>
        <p:spPr>
          <a:xfrm>
            <a:off x="10420000" y="4450000"/>
            <a:ext cx="6800000" cy="5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marL="342900" indent="-342900">
              <a:lnSpc>
                <a:spcPct val="140000"/>
              </a:lnSpc>
              <a:spcBef>
                <a:spcPts val="600"/>
              </a:spcBef>
              <a:buClr>
                <a:srgbClr val="004AAD"/>
              </a:buClr>
              <a:buFont typeface="Arial"/>
              <a:buChar char="▪"/>
            </a:pPr>
            <a:r>
              <a:rPr lang="vi-VN" sz="2000" b="0">
                <a:solidFill>
                  <a:srgbClr val="163E64"/>
                </a:solidFill>
                <a:latin typeface="Montserrat"/>
                <a:cs typeface="Montserrat"/>
              </a:rPr>
              <a:t>Lý thuyết luồng làm việc &amp; n8n</a:t>
            </a:r>
          </a:p>
          <a:p>
            <a:pPr marL="342900" indent="-342900">
              <a:lnSpc>
                <a:spcPct val="140000"/>
              </a:lnSpc>
              <a:spcBef>
                <a:spcPts val="600"/>
              </a:spcBef>
              <a:buClr>
                <a:srgbClr val="004AAD"/>
              </a:buClr>
              <a:buFont typeface="Arial"/>
              <a:buChar char="▪"/>
            </a:pPr>
            <a:r>
              <a:rPr lang="vi-VN" sz="2000" b="0">
                <a:solidFill>
                  <a:srgbClr val="163E64"/>
                </a:solidFill>
                <a:latin typeface="Montserrat"/>
                <a:cs typeface="Montserrat"/>
              </a:rPr>
              <a:t>Cài đặt n8n &amp; chìa khoá kết nối</a:t>
            </a:r>
          </a:p>
          <a:p>
            <a:pPr marL="342900" indent="-342900">
              <a:lnSpc>
                <a:spcPct val="140000"/>
              </a:lnSpc>
              <a:spcBef>
                <a:spcPts val="600"/>
              </a:spcBef>
              <a:buClr>
                <a:srgbClr val="004AAD"/>
              </a:buClr>
              <a:buFont typeface="Arial"/>
              <a:buChar char="▪"/>
            </a:pPr>
            <a:r>
              <a:rPr lang="vi-VN" sz="2000" b="0">
                <a:solidFill>
                  <a:srgbClr val="163E64"/>
                </a:solidFill>
                <a:latin typeface="Montserrat"/>
                <a:cs typeface="Montserrat"/>
              </a:rPr>
              <a:t>A.I thiết kế luồng tự động</a:t>
            </a:r>
          </a:p>
          <a:p>
            <a:pPr marL="342900" indent="-342900">
              <a:lnSpc>
                <a:spcPct val="140000"/>
              </a:lnSpc>
              <a:spcBef>
                <a:spcPts val="600"/>
              </a:spcBef>
              <a:buClr>
                <a:srgbClr val="004AAD"/>
              </a:buClr>
              <a:buFont typeface="Arial"/>
              <a:buChar char="▪"/>
            </a:pPr>
            <a:r>
              <a:rPr lang="vi-VN" sz="2000" b="0">
                <a:solidFill>
                  <a:srgbClr val="163E64"/>
                </a:solidFill>
                <a:latin typeface="Montserrat"/>
                <a:cs typeface="Montserrat"/>
              </a:rPr>
              <a:t>Tải &amp; chỉnh sửa luồng JSON</a:t>
            </a:r>
          </a:p>
          <a:p>
            <a:pPr marL="342900" indent="-342900">
              <a:lnSpc>
                <a:spcPct val="140000"/>
              </a:lnSpc>
              <a:spcBef>
                <a:spcPts val="600"/>
              </a:spcBef>
              <a:buClr>
                <a:srgbClr val="004AAD"/>
              </a:buClr>
              <a:buFont typeface="Arial"/>
              <a:buChar char="▪"/>
            </a:pPr>
            <a:r>
              <a:rPr lang="vi-VN" sz="2000" b="0">
                <a:solidFill>
                  <a:srgbClr val="163E64"/>
                </a:solidFill>
                <a:latin typeface="Montserrat"/>
                <a:cs typeface="Montserrat"/>
              </a:rPr>
              <a:t>Luồng nhắc việc &amp; gửi email tự động</a:t>
            </a:r>
          </a:p>
          <a:p>
            <a:pPr marL="342900" indent="-342900">
              <a:lnSpc>
                <a:spcPct val="140000"/>
              </a:lnSpc>
              <a:spcBef>
                <a:spcPts val="600"/>
              </a:spcBef>
              <a:buClr>
                <a:srgbClr val="004AAD"/>
              </a:buClr>
              <a:buFont typeface="Arial"/>
              <a:buChar char="▪"/>
            </a:pPr>
            <a:r>
              <a:rPr lang="vi-VN" sz="2000" b="0">
                <a:solidFill>
                  <a:srgbClr val="163E64"/>
                </a:solidFill>
                <a:latin typeface="Montserrat"/>
                <a:cs typeface="Montserrat"/>
              </a:rPr>
              <a:t>Đưa A.I vào luồng n8n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1"/>
          <p:cNvSpPr txBox="1"/>
          <p:nvPr/>
        </p:nvSpPr>
        <p:spPr>
          <a:xfrm>
            <a:off x="1146847" y="660082"/>
            <a:ext cx="16630789" cy="10373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47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24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Có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mặt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đúng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giờ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7:30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phút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TỐI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thứ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Ba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thứ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Năm hang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tuần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4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2. Vui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lòng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để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điện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thoại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ở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chế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độ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rung/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máy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bay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4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Tích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cực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tương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tác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trên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nhóm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Zalo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: Học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viên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làm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đủ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số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bài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tập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sẽ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được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giảng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viên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hỗ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trợ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thêm</a:t>
            </a:r>
            <a:b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4.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Nên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có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4G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dự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phòng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trong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trường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hợp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WIFI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bị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yếu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4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5.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Hỗ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trợ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bạn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cùng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nhóm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trong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quá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trình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thực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hành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là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học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tập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hiệu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quả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4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6. Các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tài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liệu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của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Khóa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sẽ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được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đưa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vào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Github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được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ghim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trong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nhóm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Zalo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4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7. Tôn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trọng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quy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ước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lớp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sự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điều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phối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của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giảng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viên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trợ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giảng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4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24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171"/>
          <p:cNvSpPr txBox="1"/>
          <p:nvPr/>
        </p:nvSpPr>
        <p:spPr>
          <a:xfrm>
            <a:off x="7457094" y="800100"/>
            <a:ext cx="5413915" cy="121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QUY ƯỚC LỚP HỌC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2"/>
          <p:cNvSpPr/>
          <p:nvPr/>
        </p:nvSpPr>
        <p:spPr>
          <a:xfrm>
            <a:off x="1028700" y="9239250"/>
            <a:ext cx="16230600" cy="19050"/>
          </a:xfrm>
          <a:custGeom>
            <a:avLst/>
            <a:gdLst/>
            <a:ahLst/>
            <a:cxnLst/>
            <a:rect l="l" t="t" r="r" b="b"/>
            <a:pathLst>
              <a:path w="21640800" h="25400" extrusionOk="0">
                <a:moveTo>
                  <a:pt x="0" y="0"/>
                </a:moveTo>
                <a:lnTo>
                  <a:pt x="21640800" y="0"/>
                </a:lnTo>
                <a:lnTo>
                  <a:pt x="21640800" y="25400"/>
                </a:lnTo>
                <a:lnTo>
                  <a:pt x="0" y="25400"/>
                </a:lnTo>
                <a:close/>
              </a:path>
            </a:pathLst>
          </a:custGeom>
          <a:solidFill>
            <a:srgbClr val="004AA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72"/>
          <p:cNvSpPr txBox="1"/>
          <p:nvPr/>
        </p:nvSpPr>
        <p:spPr>
          <a:xfrm>
            <a:off x="1028700" y="938576"/>
            <a:ext cx="13473000" cy="1060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967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9"/>
              <a:buFont typeface="Arial"/>
              <a:buNone/>
            </a:pPr>
            <a:r>
              <a:rPr lang="en-US" sz="3499" b="1" i="0" u="none" strike="noStrike" cap="none" dirty="0">
                <a:solidFill>
                  <a:srgbClr val="2B388F"/>
                </a:solidFill>
                <a:latin typeface="Montserrat"/>
                <a:ea typeface="Montserrat"/>
                <a:cs typeface="Montserrat"/>
                <a:sym typeface="Montserrat"/>
              </a:rPr>
              <a:t>BẢN QUYỀN VỀ NỘI DUNG KHOÁ HỌC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72"/>
          <p:cNvSpPr/>
          <p:nvPr/>
        </p:nvSpPr>
        <p:spPr>
          <a:xfrm>
            <a:off x="14562943" y="2297433"/>
            <a:ext cx="3246120" cy="3311414"/>
          </a:xfrm>
          <a:custGeom>
            <a:avLst/>
            <a:gdLst/>
            <a:ahLst/>
            <a:cxnLst/>
            <a:rect l="l" t="t" r="r" b="b"/>
            <a:pathLst>
              <a:path w="7411974" h="7944612" extrusionOk="0">
                <a:moveTo>
                  <a:pt x="0" y="0"/>
                </a:moveTo>
                <a:lnTo>
                  <a:pt x="7411974" y="0"/>
                </a:lnTo>
                <a:lnTo>
                  <a:pt x="7411974" y="7944612"/>
                </a:lnTo>
                <a:lnTo>
                  <a:pt x="0" y="79446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026" r="-1302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72"/>
          <p:cNvSpPr txBox="1"/>
          <p:nvPr/>
        </p:nvSpPr>
        <p:spPr>
          <a:xfrm>
            <a:off x="1028700" y="1999379"/>
            <a:ext cx="14036040" cy="7512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marR="0" lvl="0" indent="-514350" rtl="0">
              <a:lnSpc>
                <a:spcPct val="168004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Mọi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nội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dung bao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gồm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tài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liệu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record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của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khóa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học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thuộc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bản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quyền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của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VN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Alobase . 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Vui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lòng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không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chia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sẻ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công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khai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không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tự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động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record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màn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hình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không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thương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mại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hóa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không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khai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thác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nội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dung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chưa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có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sự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đồng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ý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bằng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văn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bản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từ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Alobase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b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US" sz="2766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14350" marR="0" lvl="0" indent="-514350" rtl="0">
              <a:lnSpc>
                <a:spcPct val="168004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Chúng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tôi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khuyến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nghị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mọi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học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viên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đều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sử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dụng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phần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mềm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bản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quyền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trong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quá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trình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học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tập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b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dirty="0"/>
          </a:p>
          <a:p>
            <a:pPr marL="514350" marR="0" lvl="0" indent="-514350" algn="just" rtl="0">
              <a:lnSpc>
                <a:spcPct val="168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66"/>
              <a:buFont typeface="+mj-lt"/>
              <a:buAutoNum type="arabicPeriod"/>
            </a:pP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Chúng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tôi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có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cung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cấp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license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thương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mại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đối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tác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muốn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tái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sử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dụng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mục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đích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thương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mại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vui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lòng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liên</a:t>
            </a:r>
            <a: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b="0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hệ</a:t>
            </a:r>
            <a: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Alobase</a:t>
            </a:r>
            <a: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để</a:t>
            </a:r>
            <a: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nhận</a:t>
            </a:r>
            <a: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báo</a:t>
            </a:r>
            <a: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giá</a:t>
            </a:r>
            <a: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b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BTC </a:t>
            </a:r>
            <a:r>
              <a:rPr lang="en-US" sz="2766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xin</a:t>
            </a:r>
            <a: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trân</a:t>
            </a:r>
            <a: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trọng</a:t>
            </a:r>
            <a: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cảm</a:t>
            </a:r>
            <a: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6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ơn</a:t>
            </a:r>
            <a:r>
              <a:rPr lang="en-US" sz="2766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2AA7ACBC-D5C5-FC35-D507-FBDDD72EB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02">
            <a:extLst>
              <a:ext uri="{FF2B5EF4-FFF2-40B4-BE49-F238E27FC236}">
                <a16:creationId xmlns:a16="http://schemas.microsoft.com/office/drawing/2014/main" id="{ED4D5253-64FB-78CF-0572-B2D230C9EBAF}"/>
              </a:ext>
            </a:extLst>
          </p:cNvPr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7" name="Google Shape;807;p202">
            <a:extLst>
              <a:ext uri="{FF2B5EF4-FFF2-40B4-BE49-F238E27FC236}">
                <a16:creationId xmlns:a16="http://schemas.microsoft.com/office/drawing/2014/main" id="{F11C7FA0-BB95-6802-775F-F7CCEFF5EA66}"/>
              </a:ext>
            </a:extLst>
          </p:cNvPr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808" name="Google Shape;808;p202">
              <a:extLst>
                <a:ext uri="{FF2B5EF4-FFF2-40B4-BE49-F238E27FC236}">
                  <a16:creationId xmlns:a16="http://schemas.microsoft.com/office/drawing/2014/main" id="{F121B180-D2C9-1C4D-AF19-0CFAB6AC735D}"/>
                </a:ext>
              </a:extLst>
            </p:cNvPr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02">
              <a:extLst>
                <a:ext uri="{FF2B5EF4-FFF2-40B4-BE49-F238E27FC236}">
                  <a16:creationId xmlns:a16="http://schemas.microsoft.com/office/drawing/2014/main" id="{CAB88967-9139-09F6-30EF-390895C0AEFA}"/>
                </a:ext>
              </a:extLst>
            </p:cNvPr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SKILL CHO DOANH NGHIỆP</a:t>
              </a:r>
              <a:endParaRPr sz="3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10" name="Google Shape;810;p202">
            <a:extLst>
              <a:ext uri="{FF2B5EF4-FFF2-40B4-BE49-F238E27FC236}">
                <a16:creationId xmlns:a16="http://schemas.microsoft.com/office/drawing/2014/main" id="{DEC31325-017E-39E2-842E-5823BF20701C}"/>
              </a:ext>
            </a:extLst>
          </p:cNvPr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11" name="Google Shape;811;p202">
              <a:extLst>
                <a:ext uri="{FF2B5EF4-FFF2-40B4-BE49-F238E27FC236}">
                  <a16:creationId xmlns:a16="http://schemas.microsoft.com/office/drawing/2014/main" id="{11DA50A4-B59B-9764-0721-894D28C93400}"/>
                </a:ext>
              </a:extLst>
            </p:cNvPr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02">
              <a:extLst>
                <a:ext uri="{FF2B5EF4-FFF2-40B4-BE49-F238E27FC236}">
                  <a16:creationId xmlns:a16="http://schemas.microsoft.com/office/drawing/2014/main" id="{66226255-D91F-3068-72D4-769BD35C2E81}"/>
                </a:ext>
              </a:extLst>
            </p:cNvPr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PHẦN 1</a:t>
              </a:r>
              <a:endParaRPr sz="3200" b="0" i="0" u="none" strike="noStrike" cap="none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13" name="Google Shape;813;p202">
            <a:extLst>
              <a:ext uri="{FF2B5EF4-FFF2-40B4-BE49-F238E27FC236}">
                <a16:creationId xmlns:a16="http://schemas.microsoft.com/office/drawing/2014/main" id="{334B05B0-CDD2-9E71-5F84-FACC368D1188}"/>
              </a:ext>
            </a:extLst>
          </p:cNvPr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4" name="ALOBASE Logo">
            <a:extLst>
              <a:ext uri="{FF2B5EF4-FFF2-40B4-BE49-F238E27FC236}">
                <a16:creationId xmlns:a16="http://schemas.microsoft.com/office/drawing/2014/main" id="{34181F76-EB88-7BA6-B249-B9E611AEB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794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02"/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7" name="Google Shape;807;p202"/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808" name="Google Shape;808;p202"/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02"/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NHÀ TƯ VẤN THỰC SỰ LÀM GÌ?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10" name="Google Shape;810;p202"/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11" name="Google Shape;811;p202"/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02"/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THẢO LUẬN: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13" name="Google Shape;813;p202"/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4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3"/>
          <p:cNvSpPr/>
          <p:nvPr/>
        </p:nvSpPr>
        <p:spPr>
          <a:xfrm>
            <a:off x="1028700" y="9239250"/>
            <a:ext cx="16230600" cy="19050"/>
          </a:xfrm>
          <a:custGeom>
            <a:avLst/>
            <a:gdLst/>
            <a:ahLst/>
            <a:cxnLst/>
            <a:rect l="l" t="t" r="r" b="b"/>
            <a:pathLst>
              <a:path w="21640800" h="25400" extrusionOk="0">
                <a:moveTo>
                  <a:pt x="0" y="0"/>
                </a:moveTo>
                <a:lnTo>
                  <a:pt x="21640800" y="0"/>
                </a:lnTo>
                <a:lnTo>
                  <a:pt x="21640800" y="25400"/>
                </a:lnTo>
                <a:lnTo>
                  <a:pt x="0" y="25400"/>
                </a:lnTo>
                <a:close/>
              </a:path>
            </a:pathLst>
          </a:custGeom>
          <a:solidFill>
            <a:srgbClr val="004AA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73"/>
          <p:cNvSpPr txBox="1"/>
          <p:nvPr/>
        </p:nvSpPr>
        <p:spPr>
          <a:xfrm>
            <a:off x="2700422" y="3993161"/>
            <a:ext cx="13473000" cy="212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67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9"/>
              <a:buFont typeface="Arial"/>
              <a:buNone/>
            </a:pPr>
            <a:r>
              <a:rPr lang="en-US" sz="3499" b="1" i="0" u="none" strike="noStrike" cap="none" dirty="0">
                <a:solidFill>
                  <a:srgbClr val="2B388F"/>
                </a:solidFill>
                <a:latin typeface="Montserrat"/>
                <a:ea typeface="Arial"/>
                <a:cs typeface="Arial"/>
                <a:sym typeface="Montserrat"/>
              </a:rPr>
              <a:t>CHÚNG TA ĐI ĐÀO TẠO ĐỂ LÀM GÌ KHI CÔNG CỤ A.I NGÀY CÀNG DỄ DÙNG?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73"/>
          <p:cNvSpPr txBox="1"/>
          <p:nvPr/>
        </p:nvSpPr>
        <p:spPr>
          <a:xfrm>
            <a:off x="1419416" y="2311308"/>
            <a:ext cx="11373218" cy="1792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8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66"/>
              <a:buFont typeface="Arial"/>
              <a:buNone/>
            </a:pPr>
            <a:b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  <p:sp>
        <p:nvSpPr>
          <p:cNvPr id="243" name="Question Icon"/>
          <p:cNvSpPr/>
          <p:nvPr/>
        </p:nvSpPr>
        <p:spPr>
          <a:xfrm>
            <a:off x="8494000" y="1350000"/>
            <a:ext cx="1300000" cy="1300000"/>
          </a:xfrm>
          <a:prstGeom prst="ellipse">
            <a:avLst/>
          </a:prstGeom>
          <a:solidFill>
            <a:srgbClr val="2B388F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/>
            <a:r>
              <a:rPr lang="en-US" sz="6000" b="1" dirty="0">
                <a:solidFill>
                  <a:srgbClr val="FFFFFF"/>
                </a:solidFill>
              </a:rPr>
              <a:t>?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2AA7ACBC-D5C5-FC35-D507-FBDDD72EB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02">
            <a:extLst>
              <a:ext uri="{FF2B5EF4-FFF2-40B4-BE49-F238E27FC236}">
                <a16:creationId xmlns:a16="http://schemas.microsoft.com/office/drawing/2014/main" id="{ED4D5253-64FB-78CF-0572-B2D230C9EBAF}"/>
              </a:ext>
            </a:extLst>
          </p:cNvPr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7" name="Google Shape;807;p202">
            <a:extLst>
              <a:ext uri="{FF2B5EF4-FFF2-40B4-BE49-F238E27FC236}">
                <a16:creationId xmlns:a16="http://schemas.microsoft.com/office/drawing/2014/main" id="{F11C7FA0-BB95-6802-775F-F7CCEFF5EA66}"/>
              </a:ext>
            </a:extLst>
          </p:cNvPr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808" name="Google Shape;808;p202">
              <a:extLst>
                <a:ext uri="{FF2B5EF4-FFF2-40B4-BE49-F238E27FC236}">
                  <a16:creationId xmlns:a16="http://schemas.microsoft.com/office/drawing/2014/main" id="{F121B180-D2C9-1C4D-AF19-0CFAB6AC735D}"/>
                </a:ext>
              </a:extLst>
            </p:cNvPr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02">
              <a:extLst>
                <a:ext uri="{FF2B5EF4-FFF2-40B4-BE49-F238E27FC236}">
                  <a16:creationId xmlns:a16="http://schemas.microsoft.com/office/drawing/2014/main" id="{CAB88967-9139-09F6-30EF-390895C0AEFA}"/>
                </a:ext>
              </a:extLst>
            </p:cNvPr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PROMPT – SKILL - MARKDOWN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10" name="Google Shape;810;p202">
            <a:extLst>
              <a:ext uri="{FF2B5EF4-FFF2-40B4-BE49-F238E27FC236}">
                <a16:creationId xmlns:a16="http://schemas.microsoft.com/office/drawing/2014/main" id="{DEC31325-017E-39E2-842E-5823BF20701C}"/>
              </a:ext>
            </a:extLst>
          </p:cNvPr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11" name="Google Shape;811;p202">
              <a:extLst>
                <a:ext uri="{FF2B5EF4-FFF2-40B4-BE49-F238E27FC236}">
                  <a16:creationId xmlns:a16="http://schemas.microsoft.com/office/drawing/2014/main" id="{11DA50A4-B59B-9764-0721-894D28C93400}"/>
                </a:ext>
              </a:extLst>
            </p:cNvPr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02">
              <a:extLst>
                <a:ext uri="{FF2B5EF4-FFF2-40B4-BE49-F238E27FC236}">
                  <a16:creationId xmlns:a16="http://schemas.microsoft.com/office/drawing/2014/main" id="{66226255-D91F-3068-72D4-769BD35C2E81}"/>
                </a:ext>
              </a:extLst>
            </p:cNvPr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 KHÁI NIỆM CHÍNH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13" name="Google Shape;813;p202">
            <a:extLst>
              <a:ext uri="{FF2B5EF4-FFF2-40B4-BE49-F238E27FC236}">
                <a16:creationId xmlns:a16="http://schemas.microsoft.com/office/drawing/2014/main" id="{334B05B0-CDD2-9E71-5F84-FACC368D1188}"/>
              </a:ext>
            </a:extLst>
          </p:cNvPr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4" name="ALOBASE Logo">
            <a:extLst>
              <a:ext uri="{FF2B5EF4-FFF2-40B4-BE49-F238E27FC236}">
                <a16:creationId xmlns:a16="http://schemas.microsoft.com/office/drawing/2014/main" id="{34181F76-EB88-7BA6-B249-B9E611AEB6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794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1"/>
          <p:cNvSpPr txBox="1"/>
          <p:nvPr/>
        </p:nvSpPr>
        <p:spPr>
          <a:xfrm>
            <a:off x="1076509" y="1264992"/>
            <a:ext cx="8741766" cy="6126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47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1. Prompt: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chỉ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dẫn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dùng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một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lần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hỏi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gì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AI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trả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lời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nấy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2. Skill: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đóng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gói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prompt +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quy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trình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+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biểu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mẫu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thành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công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cụ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tái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sử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dụng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Viết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một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lần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cả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phòng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ban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dùng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lại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đầu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đồng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nhất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theo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VN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chuẩn doanh nghiệp</a:t>
            </a:r>
            <a:br>
              <a:rPr lang="en-VN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4.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Cấu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trúc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chuẩn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4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phần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Bối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cảnh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Dữ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liệu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đầu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vào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→ Quy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trình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xử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lý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Tiêu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chuẩn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đầu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ra.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71"/>
          <p:cNvSpPr txBox="1"/>
          <p:nvPr/>
        </p:nvSpPr>
        <p:spPr>
          <a:xfrm>
            <a:off x="5989320" y="1264992"/>
            <a:ext cx="12801600" cy="121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TẠI SAO LẠI LÀ </a:t>
            </a:r>
            <a:r>
              <a:rPr lang="en-US" sz="3999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SKILL?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0000" y="3226000"/>
            <a:ext cx="6000000" cy="5848000"/>
          </a:xfrm>
          <a:prstGeom prst="rect">
            <a:avLst/>
          </a:prstGeom>
        </p:spPr>
      </p:pic>
      <p:pic>
        <p:nvPicPr>
          <p:cNvPr id="501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E48AC1A3-BA92-5CF1-FBF1-4268AB1C8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3">
            <a:extLst>
              <a:ext uri="{FF2B5EF4-FFF2-40B4-BE49-F238E27FC236}">
                <a16:creationId xmlns:a16="http://schemas.microsoft.com/office/drawing/2014/main" id="{C0BDFC3F-D82A-7AD0-DCC7-256EA5CCB1B5}"/>
              </a:ext>
            </a:extLst>
          </p:cNvPr>
          <p:cNvSpPr/>
          <p:nvPr/>
        </p:nvSpPr>
        <p:spPr>
          <a:xfrm>
            <a:off x="1028700" y="9239250"/>
            <a:ext cx="16230600" cy="19050"/>
          </a:xfrm>
          <a:custGeom>
            <a:avLst/>
            <a:gdLst/>
            <a:ahLst/>
            <a:cxnLst/>
            <a:rect l="l" t="t" r="r" b="b"/>
            <a:pathLst>
              <a:path w="21640800" h="25400" extrusionOk="0">
                <a:moveTo>
                  <a:pt x="0" y="0"/>
                </a:moveTo>
                <a:lnTo>
                  <a:pt x="21640800" y="0"/>
                </a:lnTo>
                <a:lnTo>
                  <a:pt x="21640800" y="25400"/>
                </a:lnTo>
                <a:lnTo>
                  <a:pt x="0" y="25400"/>
                </a:lnTo>
                <a:close/>
              </a:path>
            </a:pathLst>
          </a:custGeom>
          <a:solidFill>
            <a:srgbClr val="004AA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73">
            <a:extLst>
              <a:ext uri="{FF2B5EF4-FFF2-40B4-BE49-F238E27FC236}">
                <a16:creationId xmlns:a16="http://schemas.microsoft.com/office/drawing/2014/main" id="{2C7D1423-1BA5-B3AE-E989-A5A62AEFB2EE}"/>
              </a:ext>
            </a:extLst>
          </p:cNvPr>
          <p:cNvSpPr txBox="1"/>
          <p:nvPr/>
        </p:nvSpPr>
        <p:spPr>
          <a:xfrm>
            <a:off x="1028700" y="2630224"/>
            <a:ext cx="16504920" cy="581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75000"/>
              </a:lnSpc>
              <a:buSzPts val="2400"/>
            </a:pP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Trong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bối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cảnh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thực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tiễn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của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Việt Nam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năm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2026,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đóng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gói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được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Skill –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kĩ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năng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nhân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viên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AI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của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Doanh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nghiệp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là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MỤC TIÊU MÀ MỌI TƯ VẤN PHẢI HƯỚNG ĐẾN.</a:t>
            </a:r>
            <a:b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Đây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là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phần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giá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trị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gia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tăng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được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trả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tiền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đã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được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chứng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minh</a:t>
            </a:r>
            <a:r>
              <a:rPr lang="en-US" sz="3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HIỆU QUẢ.</a:t>
            </a:r>
            <a:endParaRPr lang="en-VN" sz="1600" dirty="0"/>
          </a:p>
        </p:txBody>
      </p:sp>
      <p:sp>
        <p:nvSpPr>
          <p:cNvPr id="238" name="Google Shape;238;p173">
            <a:extLst>
              <a:ext uri="{FF2B5EF4-FFF2-40B4-BE49-F238E27FC236}">
                <a16:creationId xmlns:a16="http://schemas.microsoft.com/office/drawing/2014/main" id="{AC211873-05DA-69CD-1E44-9C00DDCF1C09}"/>
              </a:ext>
            </a:extLst>
          </p:cNvPr>
          <p:cNvSpPr txBox="1"/>
          <p:nvPr/>
        </p:nvSpPr>
        <p:spPr>
          <a:xfrm>
            <a:off x="1419416" y="2311308"/>
            <a:ext cx="11373218" cy="1792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8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66"/>
              <a:buFont typeface="Arial"/>
              <a:buNone/>
            </a:pPr>
            <a:b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766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ALOBASE Logo">
            <a:extLst>
              <a:ext uri="{FF2B5EF4-FFF2-40B4-BE49-F238E27FC236}">
                <a16:creationId xmlns:a16="http://schemas.microsoft.com/office/drawing/2014/main" id="{2AEFE49B-4BC4-2FCF-53E4-DFC052609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  <p:grpSp>
        <p:nvGrpSpPr>
          <p:cNvPr id="249" name="Idea Icon"/>
          <p:cNvGrpSpPr/>
          <p:nvPr/>
        </p:nvGrpSpPr>
        <p:grpSpPr>
          <a:xfrm>
            <a:off x="8544000" y="780000"/>
            <a:ext cx="1200000" cy="1200000"/>
            <a:chOff x="0" y="0"/>
            <a:chExt cx="1200000" cy="1200000"/>
          </a:xfrm>
        </p:grpSpPr>
        <p:sp>
          <p:nvSpPr>
            <p:cNvPr id="243" name="idea-badge"/>
            <p:cNvSpPr/>
            <p:nvPr/>
          </p:nvSpPr>
          <p:spPr>
            <a:xfrm>
              <a:off x="0" y="0"/>
              <a:ext cx="1200000" cy="1200000"/>
            </a:xfrm>
            <a:prstGeom prst="ellipse">
              <a:avLst/>
            </a:prstGeom>
            <a:solidFill>
              <a:srgbClr val="2B388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idea-bulb"/>
            <p:cNvSpPr/>
            <p:nvPr/>
          </p:nvSpPr>
          <p:spPr>
            <a:xfrm>
              <a:off x="340000" y="250000"/>
              <a:ext cx="520000" cy="52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idea-base"/>
            <p:cNvSpPr/>
            <p:nvPr/>
          </p:nvSpPr>
          <p:spPr>
            <a:xfrm>
              <a:off x="490000" y="750000"/>
              <a:ext cx="220000" cy="15000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idea-thread1"/>
            <p:cNvSpPr/>
            <p:nvPr/>
          </p:nvSpPr>
          <p:spPr>
            <a:xfrm>
              <a:off x="490000" y="808000"/>
              <a:ext cx="220000" cy="26000"/>
            </a:xfrm>
            <a:prstGeom prst="rect">
              <a:avLst/>
            </a:prstGeom>
            <a:solidFill>
              <a:srgbClr val="2B388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idea-thread2"/>
            <p:cNvSpPr/>
            <p:nvPr/>
          </p:nvSpPr>
          <p:spPr>
            <a:xfrm>
              <a:off x="490000" y="850000"/>
              <a:ext cx="220000" cy="26000"/>
            </a:xfrm>
            <a:prstGeom prst="rect">
              <a:avLst/>
            </a:prstGeom>
            <a:solidFill>
              <a:srgbClr val="2B388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idea-tip"/>
            <p:cNvSpPr/>
            <p:nvPr/>
          </p:nvSpPr>
          <p:spPr>
            <a:xfrm>
              <a:off x="560000" y="900000"/>
              <a:ext cx="80000" cy="6000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1431562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1"/>
          <p:cNvSpPr txBox="1"/>
          <p:nvPr/>
        </p:nvSpPr>
        <p:spPr>
          <a:xfrm>
            <a:off x="1419995" y="1682357"/>
            <a:ext cx="8741766" cy="6126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47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1. Markdown: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ngôn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ngữ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đánh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dấu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đơn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giản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giúp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AI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hiểu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cấu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trúc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văn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bản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2. Cú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pháp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cốt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lõi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: #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Tiêu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đề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**in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đậm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**, -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gạch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đầu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dòng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|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bảng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dữ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liệu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|.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3. Văn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bản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có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cấu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trúc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rõ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giúp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AI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soạn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đúng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thể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thức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b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4. Markdown (.md)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là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ngôn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ngữ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chính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của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skill,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trong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mọi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skill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luôn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có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ít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nhất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01 file .md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71"/>
          <p:cNvSpPr txBox="1"/>
          <p:nvPr/>
        </p:nvSpPr>
        <p:spPr>
          <a:xfrm>
            <a:off x="2743200" y="895950"/>
            <a:ext cx="12801600" cy="121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            MARKDOWN CHO VĂN BẢN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0000" y="3870000"/>
            <a:ext cx="6000000" cy="4559000"/>
          </a:xfrm>
          <a:prstGeom prst="rect">
            <a:avLst/>
          </a:prstGeom>
        </p:spPr>
      </p:pic>
      <p:pic>
        <p:nvPicPr>
          <p:cNvPr id="501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420A9B73-7DCD-0F26-0680-6CBCA0A2A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02">
            <a:extLst>
              <a:ext uri="{FF2B5EF4-FFF2-40B4-BE49-F238E27FC236}">
                <a16:creationId xmlns:a16="http://schemas.microsoft.com/office/drawing/2014/main" id="{7B15796E-3392-64E6-9792-481F2EEFFAD6}"/>
              </a:ext>
            </a:extLst>
          </p:cNvPr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7" name="Google Shape;807;p202">
            <a:extLst>
              <a:ext uri="{FF2B5EF4-FFF2-40B4-BE49-F238E27FC236}">
                <a16:creationId xmlns:a16="http://schemas.microsoft.com/office/drawing/2014/main" id="{1E73CA89-1D67-9E8C-E38E-D760137B6025}"/>
              </a:ext>
            </a:extLst>
          </p:cNvPr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808" name="Google Shape;808;p202">
              <a:extLst>
                <a:ext uri="{FF2B5EF4-FFF2-40B4-BE49-F238E27FC236}">
                  <a16:creationId xmlns:a16="http://schemas.microsoft.com/office/drawing/2014/main" id="{B8B318E0-BB69-CEA4-0AC3-88759A675024}"/>
                </a:ext>
              </a:extLst>
            </p:cNvPr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02">
              <a:extLst>
                <a:ext uri="{FF2B5EF4-FFF2-40B4-BE49-F238E27FC236}">
                  <a16:creationId xmlns:a16="http://schemas.microsoft.com/office/drawing/2014/main" id="{F46D55EF-EAE3-4092-DD41-53A1779962F2}"/>
                </a:ext>
              </a:extLst>
            </p:cNvPr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CÀI ĐẶT CÁC SIÊU TRỢ LÝ AI TRÊN MÁY TÍNH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10" name="Google Shape;810;p202">
            <a:extLst>
              <a:ext uri="{FF2B5EF4-FFF2-40B4-BE49-F238E27FC236}">
                <a16:creationId xmlns:a16="http://schemas.microsoft.com/office/drawing/2014/main" id="{68236812-D2D7-408E-4F27-8E7E3186F867}"/>
              </a:ext>
            </a:extLst>
          </p:cNvPr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11" name="Google Shape;811;p202">
              <a:extLst>
                <a:ext uri="{FF2B5EF4-FFF2-40B4-BE49-F238E27FC236}">
                  <a16:creationId xmlns:a16="http://schemas.microsoft.com/office/drawing/2014/main" id="{232AC575-23CC-97EB-2103-CA33CA026475}"/>
                </a:ext>
              </a:extLst>
            </p:cNvPr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02">
              <a:extLst>
                <a:ext uri="{FF2B5EF4-FFF2-40B4-BE49-F238E27FC236}">
                  <a16:creationId xmlns:a16="http://schemas.microsoft.com/office/drawing/2014/main" id="{8CF8AF89-11BA-7F47-8998-8B69A6E2DA9C}"/>
                </a:ext>
              </a:extLst>
            </p:cNvPr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BÀI TẬP 1: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13" name="Google Shape;813;p202">
            <a:extLst>
              <a:ext uri="{FF2B5EF4-FFF2-40B4-BE49-F238E27FC236}">
                <a16:creationId xmlns:a16="http://schemas.microsoft.com/office/drawing/2014/main" id="{C50890B6-7339-A6B3-D7CF-EE13F7B8CB9F}"/>
              </a:ext>
            </a:extLst>
          </p:cNvPr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4" name="ALOBASE Logo">
            <a:extLst>
              <a:ext uri="{FF2B5EF4-FFF2-40B4-BE49-F238E27FC236}">
                <a16:creationId xmlns:a16="http://schemas.microsoft.com/office/drawing/2014/main" id="{BA688E97-ADF5-77A4-3D32-31C37906AE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501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1"/>
          <p:cNvSpPr txBox="1"/>
          <p:nvPr/>
        </p:nvSpPr>
        <p:spPr>
          <a:xfrm>
            <a:off x="1170292" y="1110857"/>
            <a:ext cx="11699887" cy="8711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47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1. </a:t>
            </a:r>
            <a:r>
              <a:rPr lang="vi-VN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 cách dùng A.I phổ biến cho doanh nghiệp là web based, local và hybrid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2.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Cách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dùng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web-based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chứa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đựng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rủi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ro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lớn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nhất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về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dữ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liệu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doanh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nghiệp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do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đó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thường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chỉ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dùng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để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xử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lý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tác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vụ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đơn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giản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3. </a:t>
            </a:r>
            <a:r>
              <a:rPr lang="en-VN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 tư vấn viên nếu chỉ dừng lại ở mức web-based có nguy cơ trở thành người biển diễn công cụ.</a:t>
            </a:r>
            <a:br>
              <a:rPr lang="en-VN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4. </a:t>
            </a:r>
            <a:r>
              <a:rPr lang="en-VN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 A.I thuần local thường cần cấu hình máy cao/ đầu tư lớn về cơ sở hạ tầng, do đó có thể chưa đáp ứng được yêu cầu thực tế cho doanh nghiệp</a:t>
            </a:r>
            <a:br>
              <a:rPr lang="en-VN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5.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Việc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lựa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chọn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A.I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dạng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Hybird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là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1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lựa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chọn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thực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tiễn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phù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hợp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thuận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tiện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việc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triển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khai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giải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pháp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A.I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doanh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nghiệp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71"/>
          <p:cNvSpPr txBox="1"/>
          <p:nvPr/>
        </p:nvSpPr>
        <p:spPr>
          <a:xfrm>
            <a:off x="1760220" y="478546"/>
            <a:ext cx="17305020" cy="2424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CÁC TRỢ LÝ AI HYBRID: </a:t>
            </a:r>
            <a:br>
              <a:rPr lang="en-US" sz="3999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999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ANTIGRAVITY 2.0, CODEX &amp; CLAUDECODE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4732" y="2604617"/>
            <a:ext cx="4026900" cy="3131586"/>
          </a:xfrm>
          <a:prstGeom prst="rect">
            <a:avLst/>
          </a:prstGeom>
        </p:spPr>
      </p:pic>
      <p:pic>
        <p:nvPicPr>
          <p:cNvPr id="501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2FD67AE1-2813-6DC1-A947-763A68AF4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>
            <a:extLst>
              <a:ext uri="{FF2B5EF4-FFF2-40B4-BE49-F238E27FC236}">
                <a16:creationId xmlns:a16="http://schemas.microsoft.com/office/drawing/2014/main" id="{FC186C43-427B-D85C-342D-939F43CAF294}"/>
              </a:ext>
            </a:extLst>
          </p:cNvPr>
          <p:cNvSpPr txBox="1"/>
          <p:nvPr/>
        </p:nvSpPr>
        <p:spPr>
          <a:xfrm>
            <a:off x="1677870" y="2949384"/>
            <a:ext cx="16049854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Cài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đặt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THÀNH CÔNG 2/3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các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ứng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dụng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AI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dưới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đây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để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thực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hiện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các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bài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tập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về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sử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dụng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AI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ở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môi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trường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trên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máy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2B3990"/>
                </a:solidFill>
                <a:latin typeface="Montserrat"/>
                <a:sym typeface="Montserrat"/>
              </a:rPr>
              <a:t>tính</a:t>
            </a: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.</a:t>
            </a:r>
            <a:endParaRPr sz="3200" b="1" dirty="0"/>
          </a:p>
        </p:txBody>
      </p:sp>
      <p:pic>
        <p:nvPicPr>
          <p:cNvPr id="827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190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/>
          <p:cNvSpPr txBox="1"/>
          <p:nvPr/>
        </p:nvSpPr>
        <p:spPr>
          <a:xfrm>
            <a:off x="1347670" y="409384"/>
            <a:ext cx="1604985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Cài </a:t>
            </a:r>
            <a:r>
              <a:rPr lang="en-US" sz="3200" dirty="0" err="1">
                <a:solidFill>
                  <a:srgbClr val="2B3990"/>
                </a:solidFill>
                <a:latin typeface="Montserrat"/>
                <a:sym typeface="Montserrat"/>
              </a:rPr>
              <a:t>đặt</a:t>
            </a: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: 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E69D56-C830-693C-BCBF-C5E89857A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000" y="1367291"/>
            <a:ext cx="12555700" cy="8510325"/>
          </a:xfrm>
          <a:prstGeom prst="rect">
            <a:avLst/>
          </a:prstGeom>
        </p:spPr>
      </p:pic>
      <p:pic>
        <p:nvPicPr>
          <p:cNvPr id="827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428535EF-EFC0-4892-D6F7-29E8B01A7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>
            <a:extLst>
              <a:ext uri="{FF2B5EF4-FFF2-40B4-BE49-F238E27FC236}">
                <a16:creationId xmlns:a16="http://schemas.microsoft.com/office/drawing/2014/main" id="{54DBE2BA-346D-1C50-93F0-2711AA35417A}"/>
              </a:ext>
            </a:extLst>
          </p:cNvPr>
          <p:cNvSpPr txBox="1"/>
          <p:nvPr/>
        </p:nvSpPr>
        <p:spPr>
          <a:xfrm>
            <a:off x="1347670" y="409384"/>
            <a:ext cx="1604985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Cài </a:t>
            </a:r>
            <a:r>
              <a:rPr lang="en-US" sz="3200" dirty="0" err="1">
                <a:solidFill>
                  <a:srgbClr val="2B3990"/>
                </a:solidFill>
                <a:latin typeface="Montserrat"/>
                <a:sym typeface="Montserrat"/>
              </a:rPr>
              <a:t>đặt</a:t>
            </a: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: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1D7230-0734-321B-0012-1B698CD80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670" y="1590484"/>
            <a:ext cx="15284520" cy="7972616"/>
          </a:xfrm>
          <a:prstGeom prst="rect">
            <a:avLst/>
          </a:prstGeom>
        </p:spPr>
      </p:pic>
      <p:pic>
        <p:nvPicPr>
          <p:cNvPr id="827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59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5295EB94-E3F2-01DA-DBD2-35EAEBDB7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>
            <a:extLst>
              <a:ext uri="{FF2B5EF4-FFF2-40B4-BE49-F238E27FC236}">
                <a16:creationId xmlns:a16="http://schemas.microsoft.com/office/drawing/2014/main" id="{E7DA45C6-180F-18F0-E5B2-6446757A322A}"/>
              </a:ext>
            </a:extLst>
          </p:cNvPr>
          <p:cNvSpPr txBox="1"/>
          <p:nvPr/>
        </p:nvSpPr>
        <p:spPr>
          <a:xfrm>
            <a:off x="1347670" y="409384"/>
            <a:ext cx="1604985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Cài </a:t>
            </a:r>
            <a:r>
              <a:rPr lang="en-US" sz="3200" dirty="0" err="1">
                <a:solidFill>
                  <a:srgbClr val="2B3990"/>
                </a:solidFill>
                <a:latin typeface="Montserrat"/>
                <a:sym typeface="Montserrat"/>
              </a:rPr>
              <a:t>đặt</a:t>
            </a: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: 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A676E7-E758-5B7A-1FB2-65EBE15EB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099" y="1590484"/>
            <a:ext cx="14741980" cy="8099616"/>
          </a:xfrm>
          <a:prstGeom prst="rect">
            <a:avLst/>
          </a:prstGeom>
        </p:spPr>
      </p:pic>
      <p:pic>
        <p:nvPicPr>
          <p:cNvPr id="827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47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E24FA436-BDBA-F1D3-A30F-5EBF7CCF2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02">
            <a:extLst>
              <a:ext uri="{FF2B5EF4-FFF2-40B4-BE49-F238E27FC236}">
                <a16:creationId xmlns:a16="http://schemas.microsoft.com/office/drawing/2014/main" id="{2CDA19FB-2CD3-E79E-C2E7-C1C0EC7300FF}"/>
              </a:ext>
            </a:extLst>
          </p:cNvPr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7" name="Google Shape;807;p202">
            <a:extLst>
              <a:ext uri="{FF2B5EF4-FFF2-40B4-BE49-F238E27FC236}">
                <a16:creationId xmlns:a16="http://schemas.microsoft.com/office/drawing/2014/main" id="{BEFE1F1B-7DDC-3BFB-51F4-7783D4D11D24}"/>
              </a:ext>
            </a:extLst>
          </p:cNvPr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808" name="Google Shape;808;p202">
              <a:extLst>
                <a:ext uri="{FF2B5EF4-FFF2-40B4-BE49-F238E27FC236}">
                  <a16:creationId xmlns:a16="http://schemas.microsoft.com/office/drawing/2014/main" id="{5F9C4087-D8F0-8DE2-237C-72BDF8867560}"/>
                </a:ext>
              </a:extLst>
            </p:cNvPr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02">
              <a:extLst>
                <a:ext uri="{FF2B5EF4-FFF2-40B4-BE49-F238E27FC236}">
                  <a16:creationId xmlns:a16="http://schemas.microsoft.com/office/drawing/2014/main" id="{A0D0153E-3A2F-8CBE-5F73-63BD006DA680}"/>
                </a:ext>
              </a:extLst>
            </p:cNvPr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TẠO NHÂN VIÊN A.I TRÊN MÁY TÍNH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10" name="Google Shape;810;p202">
            <a:extLst>
              <a:ext uri="{FF2B5EF4-FFF2-40B4-BE49-F238E27FC236}">
                <a16:creationId xmlns:a16="http://schemas.microsoft.com/office/drawing/2014/main" id="{7BA6470F-CB91-473B-E0DA-E6C67A155A51}"/>
              </a:ext>
            </a:extLst>
          </p:cNvPr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11" name="Google Shape;811;p202">
              <a:extLst>
                <a:ext uri="{FF2B5EF4-FFF2-40B4-BE49-F238E27FC236}">
                  <a16:creationId xmlns:a16="http://schemas.microsoft.com/office/drawing/2014/main" id="{19DD4CA8-0AF4-5C2D-408D-296AB9A5C66B}"/>
                </a:ext>
              </a:extLst>
            </p:cNvPr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02">
              <a:extLst>
                <a:ext uri="{FF2B5EF4-FFF2-40B4-BE49-F238E27FC236}">
                  <a16:creationId xmlns:a16="http://schemas.microsoft.com/office/drawing/2014/main" id="{4D5884ED-2F6F-FCF4-4F56-29289C163751}"/>
                </a:ext>
              </a:extLst>
            </p:cNvPr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BÀI TẬP 2: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13" name="Google Shape;813;p202">
            <a:extLst>
              <a:ext uri="{FF2B5EF4-FFF2-40B4-BE49-F238E27FC236}">
                <a16:creationId xmlns:a16="http://schemas.microsoft.com/office/drawing/2014/main" id="{BE62FCBE-8679-CFA2-FE07-D7310A3F43E0}"/>
              </a:ext>
            </a:extLst>
          </p:cNvPr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4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167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B05B20CE-5D51-3104-0E1E-375D199D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>
            <a:extLst>
              <a:ext uri="{FF2B5EF4-FFF2-40B4-BE49-F238E27FC236}">
                <a16:creationId xmlns:a16="http://schemas.microsoft.com/office/drawing/2014/main" id="{F0CBF52A-4331-498C-5C23-C218A2E9B9D5}"/>
              </a:ext>
            </a:extLst>
          </p:cNvPr>
          <p:cNvSpPr txBox="1"/>
          <p:nvPr/>
        </p:nvSpPr>
        <p:spPr>
          <a:xfrm>
            <a:off x="1347670" y="409384"/>
            <a:ext cx="1604985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Cài </a:t>
            </a:r>
            <a:r>
              <a:rPr lang="en-US" sz="3200" dirty="0" err="1">
                <a:solidFill>
                  <a:srgbClr val="2B3990"/>
                </a:solidFill>
                <a:latin typeface="Montserrat"/>
                <a:sym typeface="Montserrat"/>
              </a:rPr>
              <a:t>đặt</a:t>
            </a: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: 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5B0CD5-100D-301E-55B3-E036942CB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094" y="1590484"/>
            <a:ext cx="10063006" cy="7175548"/>
          </a:xfrm>
          <a:prstGeom prst="rect">
            <a:avLst/>
          </a:prstGeom>
        </p:spPr>
      </p:pic>
      <p:pic>
        <p:nvPicPr>
          <p:cNvPr id="827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435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D662E40E-60B4-CC13-6C72-0ABFDA713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>
            <a:extLst>
              <a:ext uri="{FF2B5EF4-FFF2-40B4-BE49-F238E27FC236}">
                <a16:creationId xmlns:a16="http://schemas.microsoft.com/office/drawing/2014/main" id="{1A2FA9B0-E80C-8A20-EBE9-E62633F229A4}"/>
              </a:ext>
            </a:extLst>
          </p:cNvPr>
          <p:cNvSpPr txBox="1"/>
          <p:nvPr/>
        </p:nvSpPr>
        <p:spPr>
          <a:xfrm>
            <a:off x="1347670" y="409384"/>
            <a:ext cx="1604985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697656-1C5C-7669-82ED-B297CB41E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34966"/>
            <a:ext cx="9220046" cy="48595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9E9E0D-DBBE-E026-FFAA-9133B697E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4497" y="1934966"/>
            <a:ext cx="6462403" cy="7309790"/>
          </a:xfrm>
          <a:prstGeom prst="rect">
            <a:avLst/>
          </a:prstGeom>
        </p:spPr>
      </p:pic>
      <p:pic>
        <p:nvPicPr>
          <p:cNvPr id="827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643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A77AAFCA-7560-02C7-6E2B-C884526FE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>
            <a:extLst>
              <a:ext uri="{FF2B5EF4-FFF2-40B4-BE49-F238E27FC236}">
                <a16:creationId xmlns:a16="http://schemas.microsoft.com/office/drawing/2014/main" id="{CA1FC51D-5136-68A3-F86B-5DA15B0A45EE}"/>
              </a:ext>
            </a:extLst>
          </p:cNvPr>
          <p:cNvSpPr txBox="1"/>
          <p:nvPr/>
        </p:nvSpPr>
        <p:spPr>
          <a:xfrm>
            <a:off x="1347670" y="409384"/>
            <a:ext cx="1604985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DE50F6-01E7-9BA8-A3DD-4432EB77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1590484"/>
            <a:ext cx="9052806" cy="52675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E17156-004A-A58E-5C57-555103E21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8100" y="1447800"/>
            <a:ext cx="6553200" cy="8234740"/>
          </a:xfrm>
          <a:prstGeom prst="rect">
            <a:avLst/>
          </a:prstGeom>
        </p:spPr>
      </p:pic>
      <p:pic>
        <p:nvPicPr>
          <p:cNvPr id="827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282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8DD0ADF0-BF11-0DDB-6642-15E7C11C3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>
            <a:extLst>
              <a:ext uri="{FF2B5EF4-FFF2-40B4-BE49-F238E27FC236}">
                <a16:creationId xmlns:a16="http://schemas.microsoft.com/office/drawing/2014/main" id="{48AD2716-C2DF-6478-7179-30124DE61A26}"/>
              </a:ext>
            </a:extLst>
          </p:cNvPr>
          <p:cNvSpPr txBox="1"/>
          <p:nvPr/>
        </p:nvSpPr>
        <p:spPr>
          <a:xfrm>
            <a:off x="1347670" y="409384"/>
            <a:ext cx="1604985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B5A637-0585-3205-712C-E3A41ED78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499" y="2207515"/>
            <a:ext cx="13500101" cy="75521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27813C-5376-45AC-4597-19DE23D64329}"/>
              </a:ext>
            </a:extLst>
          </p:cNvPr>
          <p:cNvSpPr txBox="1"/>
          <p:nvPr/>
        </p:nvSpPr>
        <p:spPr>
          <a:xfrm>
            <a:off x="3999024" y="1309705"/>
            <a:ext cx="12815776" cy="909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800" b="1" dirty="0">
                <a:solidFill>
                  <a:srgbClr val="2B3990"/>
                </a:solidFill>
                <a:latin typeface="Montserrat"/>
                <a:sym typeface="Montserrat"/>
              </a:rPr>
              <a:t>CODEX: GỌI NHÂN SỰ SỐ RA</a:t>
            </a:r>
            <a:r>
              <a:rPr lang="en-US" sz="1400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endParaRPr lang="en-US" dirty="0"/>
          </a:p>
        </p:txBody>
      </p:sp>
      <p:pic>
        <p:nvPicPr>
          <p:cNvPr id="827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872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F28459E4-A692-2856-249A-E02978D51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>
            <a:extLst>
              <a:ext uri="{FF2B5EF4-FFF2-40B4-BE49-F238E27FC236}">
                <a16:creationId xmlns:a16="http://schemas.microsoft.com/office/drawing/2014/main" id="{19C65734-79AA-FB6E-E42C-A5A894447B2B}"/>
              </a:ext>
            </a:extLst>
          </p:cNvPr>
          <p:cNvSpPr txBox="1"/>
          <p:nvPr/>
        </p:nvSpPr>
        <p:spPr>
          <a:xfrm>
            <a:off x="1334970" y="368097"/>
            <a:ext cx="1604985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9BE0D8-2E69-4071-DBDC-12177E23DB61}"/>
              </a:ext>
            </a:extLst>
          </p:cNvPr>
          <p:cNvSpPr txBox="1"/>
          <p:nvPr/>
        </p:nvSpPr>
        <p:spPr>
          <a:xfrm>
            <a:off x="3465766" y="1264387"/>
            <a:ext cx="14669834" cy="906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800" b="1" dirty="0">
                <a:solidFill>
                  <a:srgbClr val="2B3990"/>
                </a:solidFill>
                <a:latin typeface="Montserrat"/>
                <a:sym typeface="Montserrat"/>
              </a:rPr>
              <a:t>ANTIGRAVITY: GỌI NHÂN SỰ SỐ RA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6A8B7F-1BD3-9B35-5D19-E6FC20FB0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66" y="2178136"/>
            <a:ext cx="14123731" cy="7994564"/>
          </a:xfrm>
          <a:prstGeom prst="rect">
            <a:avLst/>
          </a:prstGeom>
        </p:spPr>
      </p:pic>
      <p:pic>
        <p:nvPicPr>
          <p:cNvPr id="827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5554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6C44D9A3-D8FC-B28C-3D09-D915AABE4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>
            <a:extLst>
              <a:ext uri="{FF2B5EF4-FFF2-40B4-BE49-F238E27FC236}">
                <a16:creationId xmlns:a16="http://schemas.microsoft.com/office/drawing/2014/main" id="{3D91C363-6482-364D-1908-1BB803789581}"/>
              </a:ext>
            </a:extLst>
          </p:cNvPr>
          <p:cNvSpPr txBox="1"/>
          <p:nvPr/>
        </p:nvSpPr>
        <p:spPr>
          <a:xfrm>
            <a:off x="12505067" y="-147532"/>
            <a:ext cx="1604985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 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BC4852-B852-6454-D785-E19938116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695" y="1840255"/>
            <a:ext cx="13274609" cy="80373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769594-E5BC-2EC7-C11D-342333AE7FE4}"/>
              </a:ext>
            </a:extLst>
          </p:cNvPr>
          <p:cNvSpPr txBox="1"/>
          <p:nvPr/>
        </p:nvSpPr>
        <p:spPr>
          <a:xfrm>
            <a:off x="7818594" y="1080068"/>
            <a:ext cx="9144000" cy="635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dirty="0">
                <a:solidFill>
                  <a:srgbClr val="2B3990"/>
                </a:solidFill>
                <a:latin typeface="Montserrat"/>
                <a:sym typeface="Montserrat"/>
              </a:rPr>
              <a:t>ANTIGRAVITY</a:t>
            </a:r>
            <a:endParaRPr lang="en-US" sz="3200" dirty="0"/>
          </a:p>
        </p:txBody>
      </p:sp>
      <p:pic>
        <p:nvPicPr>
          <p:cNvPr id="827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6053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F6AE1BBE-771B-FF73-E031-543BEAA1D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02">
            <a:extLst>
              <a:ext uri="{FF2B5EF4-FFF2-40B4-BE49-F238E27FC236}">
                <a16:creationId xmlns:a16="http://schemas.microsoft.com/office/drawing/2014/main" id="{00B51146-6D9F-6F79-6D82-CA91308871A9}"/>
              </a:ext>
            </a:extLst>
          </p:cNvPr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7" name="Google Shape;807;p202">
            <a:extLst>
              <a:ext uri="{FF2B5EF4-FFF2-40B4-BE49-F238E27FC236}">
                <a16:creationId xmlns:a16="http://schemas.microsoft.com/office/drawing/2014/main" id="{88B373D5-F47C-6931-8D68-05890DEF39A7}"/>
              </a:ext>
            </a:extLst>
          </p:cNvPr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808" name="Google Shape;808;p202">
              <a:extLst>
                <a:ext uri="{FF2B5EF4-FFF2-40B4-BE49-F238E27FC236}">
                  <a16:creationId xmlns:a16="http://schemas.microsoft.com/office/drawing/2014/main" id="{128F2CB6-E9DF-882D-EFF3-54EFEF87AF41}"/>
                </a:ext>
              </a:extLst>
            </p:cNvPr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02">
              <a:extLst>
                <a:ext uri="{FF2B5EF4-FFF2-40B4-BE49-F238E27FC236}">
                  <a16:creationId xmlns:a16="http://schemas.microsoft.com/office/drawing/2014/main" id="{5173A41B-95EA-4677-C951-30B1D7FBCEBB}"/>
                </a:ext>
              </a:extLst>
            </p:cNvPr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CÀI ĐẶT </a:t>
              </a:r>
              <a:r>
                <a:rPr lang="en-US" sz="6600" b="1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ỨNG DỤNG MARKDOWN VIEW ĐỂ ĐỌC ĐƯỢC FILE SKILL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10" name="Google Shape;810;p202">
            <a:extLst>
              <a:ext uri="{FF2B5EF4-FFF2-40B4-BE49-F238E27FC236}">
                <a16:creationId xmlns:a16="http://schemas.microsoft.com/office/drawing/2014/main" id="{C991D9FF-3443-9FAA-7855-7382D579F5CB}"/>
              </a:ext>
            </a:extLst>
          </p:cNvPr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11" name="Google Shape;811;p202">
              <a:extLst>
                <a:ext uri="{FF2B5EF4-FFF2-40B4-BE49-F238E27FC236}">
                  <a16:creationId xmlns:a16="http://schemas.microsoft.com/office/drawing/2014/main" id="{A633FCF8-D7F9-20C3-4B7F-68A21576DBA7}"/>
                </a:ext>
              </a:extLst>
            </p:cNvPr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02">
              <a:extLst>
                <a:ext uri="{FF2B5EF4-FFF2-40B4-BE49-F238E27FC236}">
                  <a16:creationId xmlns:a16="http://schemas.microsoft.com/office/drawing/2014/main" id="{9632665F-527C-1B04-B4F8-D6F35D458634}"/>
                </a:ext>
              </a:extLst>
            </p:cNvPr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BÀI TẬP </a:t>
              </a:r>
              <a:r>
                <a:rPr lang="en-US" sz="7200" b="1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13" name="Google Shape;813;p202">
            <a:extLst>
              <a:ext uri="{FF2B5EF4-FFF2-40B4-BE49-F238E27FC236}">
                <a16:creationId xmlns:a16="http://schemas.microsoft.com/office/drawing/2014/main" id="{88A1B083-0216-E8A6-F807-13993EF53EC9}"/>
              </a:ext>
            </a:extLst>
          </p:cNvPr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4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1865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C37F1DE6-A9DF-32F6-72BF-CF2037784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>
            <a:extLst>
              <a:ext uri="{FF2B5EF4-FFF2-40B4-BE49-F238E27FC236}">
                <a16:creationId xmlns:a16="http://schemas.microsoft.com/office/drawing/2014/main" id="{9A514BBD-A42E-4347-C3FA-651B7CA36975}"/>
              </a:ext>
            </a:extLst>
          </p:cNvPr>
          <p:cNvSpPr txBox="1"/>
          <p:nvPr/>
        </p:nvSpPr>
        <p:spPr>
          <a:xfrm>
            <a:off x="1677870" y="2949384"/>
            <a:ext cx="16049854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6000" b="1" dirty="0">
                <a:solidFill>
                  <a:srgbClr val="2B3990"/>
                </a:solidFill>
                <a:latin typeface="Montserrat"/>
                <a:sym typeface="Montserrat"/>
              </a:rPr>
              <a:t>TRONG SKILL SẼ CÓ 1 FILE ĐUÔI .MD, ĐÂY LÀ ĐỊNH DẠNG MARKDOWN, ĐỂ ĐỌC ĐƯỢC CẦN PHẢI CÓ TRÌNH DUYỆT MARKDOWN (GIỐNG NHƯ ĐỂ ĐỌC PDF CẦN CÓ TRÌNH DUYỆT RIÊNG)</a:t>
            </a:r>
            <a:endParaRPr sz="3200" b="1" dirty="0"/>
          </a:p>
        </p:txBody>
      </p:sp>
      <p:pic>
        <p:nvPicPr>
          <p:cNvPr id="827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9321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5F51DFE0-39D7-EB05-A62C-CF4A851FA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>
            <a:extLst>
              <a:ext uri="{FF2B5EF4-FFF2-40B4-BE49-F238E27FC236}">
                <a16:creationId xmlns:a16="http://schemas.microsoft.com/office/drawing/2014/main" id="{60D3BB8B-7CA4-7BAB-684F-A088754FE27E}"/>
              </a:ext>
            </a:extLst>
          </p:cNvPr>
          <p:cNvSpPr txBox="1"/>
          <p:nvPr/>
        </p:nvSpPr>
        <p:spPr>
          <a:xfrm>
            <a:off x="1347670" y="409384"/>
            <a:ext cx="1604985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Cài </a:t>
            </a:r>
            <a:r>
              <a:rPr lang="en-US" sz="3200" dirty="0" err="1">
                <a:solidFill>
                  <a:srgbClr val="2B3990"/>
                </a:solidFill>
                <a:latin typeface="Montserrat"/>
                <a:sym typeface="Montserrat"/>
              </a:rPr>
              <a:t>đặt</a:t>
            </a:r>
            <a:r>
              <a:rPr lang="en-US" sz="3200" dirty="0">
                <a:solidFill>
                  <a:srgbClr val="2B3990"/>
                </a:solidFill>
                <a:latin typeface="Montserrat"/>
                <a:sym typeface="Montserrat"/>
              </a:rPr>
              <a:t>: 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93A04B-7E7B-A01F-1310-9CA16630D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799" y="1454762"/>
            <a:ext cx="13165265" cy="8582216"/>
          </a:xfrm>
          <a:prstGeom prst="rect">
            <a:avLst/>
          </a:prstGeom>
        </p:spPr>
      </p:pic>
      <p:pic>
        <p:nvPicPr>
          <p:cNvPr id="827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2570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7BAB7132-4FFD-5C17-1B55-16906B745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02">
            <a:extLst>
              <a:ext uri="{FF2B5EF4-FFF2-40B4-BE49-F238E27FC236}">
                <a16:creationId xmlns:a16="http://schemas.microsoft.com/office/drawing/2014/main" id="{F5C200C2-748B-F7B3-C5E1-D768867EDA0D}"/>
              </a:ext>
            </a:extLst>
          </p:cNvPr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7" name="Google Shape;807;p202">
            <a:extLst>
              <a:ext uri="{FF2B5EF4-FFF2-40B4-BE49-F238E27FC236}">
                <a16:creationId xmlns:a16="http://schemas.microsoft.com/office/drawing/2014/main" id="{8B7DD27A-3D23-045A-C9D6-2E04CC80D53C}"/>
              </a:ext>
            </a:extLst>
          </p:cNvPr>
          <p:cNvGrpSpPr/>
          <p:nvPr/>
        </p:nvGrpSpPr>
        <p:grpSpPr>
          <a:xfrm>
            <a:off x="6691408" y="3636774"/>
            <a:ext cx="11596592" cy="4303794"/>
            <a:chOff x="0" y="-748684"/>
            <a:chExt cx="15462122" cy="5738393"/>
          </a:xfrm>
        </p:grpSpPr>
        <p:sp>
          <p:nvSpPr>
            <p:cNvPr id="808" name="Google Shape;808;p202">
              <a:extLst>
                <a:ext uri="{FF2B5EF4-FFF2-40B4-BE49-F238E27FC236}">
                  <a16:creationId xmlns:a16="http://schemas.microsoft.com/office/drawing/2014/main" id="{36B37ECC-CBE2-E836-2718-E86075C9DD4E}"/>
                </a:ext>
              </a:extLst>
            </p:cNvPr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02">
              <a:extLst>
                <a:ext uri="{FF2B5EF4-FFF2-40B4-BE49-F238E27FC236}">
                  <a16:creationId xmlns:a16="http://schemas.microsoft.com/office/drawing/2014/main" id="{70213D48-B410-E2B2-54B8-FC9AC40CFA46}"/>
                </a:ext>
              </a:extLst>
            </p:cNvPr>
            <p:cNvSpPr txBox="1"/>
            <p:nvPr/>
          </p:nvSpPr>
          <p:spPr>
            <a:xfrm>
              <a:off x="203161" y="-748684"/>
              <a:ext cx="15258961" cy="51421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ĐỒNG BỘ DỮ LIỆU CHO NHÂN VIÊN A.I VỚI GITHUB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10" name="Google Shape;810;p202">
            <a:extLst>
              <a:ext uri="{FF2B5EF4-FFF2-40B4-BE49-F238E27FC236}">
                <a16:creationId xmlns:a16="http://schemas.microsoft.com/office/drawing/2014/main" id="{EDCFE3D4-926C-F066-8E6B-E93B4FFDA5C3}"/>
              </a:ext>
            </a:extLst>
          </p:cNvPr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11" name="Google Shape;811;p202">
              <a:extLst>
                <a:ext uri="{FF2B5EF4-FFF2-40B4-BE49-F238E27FC236}">
                  <a16:creationId xmlns:a16="http://schemas.microsoft.com/office/drawing/2014/main" id="{42BD8E04-CB17-3190-E2F3-FD3BA3A5B846}"/>
                </a:ext>
              </a:extLst>
            </p:cNvPr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02">
              <a:extLst>
                <a:ext uri="{FF2B5EF4-FFF2-40B4-BE49-F238E27FC236}">
                  <a16:creationId xmlns:a16="http://schemas.microsoft.com/office/drawing/2014/main" id="{0B179E5F-312D-F56C-AFA8-74829CAFC14B}"/>
                </a:ext>
              </a:extLst>
            </p:cNvPr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BÀI TẬP 4: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13" name="Google Shape;813;p202">
            <a:extLst>
              <a:ext uri="{FF2B5EF4-FFF2-40B4-BE49-F238E27FC236}">
                <a16:creationId xmlns:a16="http://schemas.microsoft.com/office/drawing/2014/main" id="{A501257C-6C13-0747-B2BC-1D1DE62A8BDD}"/>
              </a:ext>
            </a:extLst>
          </p:cNvPr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4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0600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B6F4C55E-F164-A82E-458A-24257DE4D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03">
            <a:extLst>
              <a:ext uri="{FF2B5EF4-FFF2-40B4-BE49-F238E27FC236}">
                <a16:creationId xmlns:a16="http://schemas.microsoft.com/office/drawing/2014/main" id="{94D6B122-55E3-EEB5-48C4-5FB16138C9D8}"/>
              </a:ext>
            </a:extLst>
          </p:cNvPr>
          <p:cNvSpPr txBox="1"/>
          <p:nvPr/>
        </p:nvSpPr>
        <p:spPr>
          <a:xfrm>
            <a:off x="1677870" y="2949384"/>
            <a:ext cx="16049854" cy="5318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  <a:buSzPts val="3200"/>
            </a:pPr>
            <a:r>
              <a:rPr lang="en-US" sz="3200" b="1" dirty="0"/>
              <a:t>[K1-HOCVIEN-AIAT](</a:t>
            </a:r>
            <a:r>
              <a:rPr lang="en-US" sz="3200" b="1" dirty="0" err="1"/>
              <a:t>file;file</a:t>
            </a:r>
            <a:r>
              <a:rPr lang="en-US" sz="3200" b="1" dirty="0"/>
              <a:t>:///Users/d/Desktop/NHAN%20VIEN%20AI%20CUA%20CUONG/DATA%20-%20DU%20LIEU/K1-HOCVIEN-AIAT)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git clone </a:t>
            </a:r>
            <a:r>
              <a:rPr lang="en-US" sz="3200" b="1" dirty="0">
                <a:hlinkClick r:id="rId3"/>
              </a:rPr>
              <a:t>https://github.com/alobase-org/hocvien_k1_aiautomation.git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sz="3200" b="1" dirty="0"/>
          </a:p>
        </p:txBody>
      </p:sp>
      <p:pic>
        <p:nvPicPr>
          <p:cNvPr id="827" name="ALOBASE Logo">
            <a:extLst>
              <a:ext uri="{FF2B5EF4-FFF2-40B4-BE49-F238E27FC236}">
                <a16:creationId xmlns:a16="http://schemas.microsoft.com/office/drawing/2014/main" id="{B4FBAB82-569D-92EA-0EDB-35B310C433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1611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46456513-E9F2-7105-0E7D-592DB7C3A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7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5F0B0B-14F9-7A82-9FCA-8DB0F1892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232741"/>
            <a:ext cx="15430500" cy="905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9731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2AA7ACBC-D5C5-FC35-D507-FBDDD72EB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02">
            <a:extLst>
              <a:ext uri="{FF2B5EF4-FFF2-40B4-BE49-F238E27FC236}">
                <a16:creationId xmlns:a16="http://schemas.microsoft.com/office/drawing/2014/main" id="{ED4D5253-64FB-78CF-0572-B2D230C9EBAF}"/>
              </a:ext>
            </a:extLst>
          </p:cNvPr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7" name="Google Shape;807;p202">
            <a:extLst>
              <a:ext uri="{FF2B5EF4-FFF2-40B4-BE49-F238E27FC236}">
                <a16:creationId xmlns:a16="http://schemas.microsoft.com/office/drawing/2014/main" id="{F11C7FA0-BB95-6802-775F-F7CCEFF5EA66}"/>
              </a:ext>
            </a:extLst>
          </p:cNvPr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808" name="Google Shape;808;p202">
              <a:extLst>
                <a:ext uri="{FF2B5EF4-FFF2-40B4-BE49-F238E27FC236}">
                  <a16:creationId xmlns:a16="http://schemas.microsoft.com/office/drawing/2014/main" id="{F121B180-D2C9-1C4D-AF19-0CFAB6AC735D}"/>
                </a:ext>
              </a:extLst>
            </p:cNvPr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02">
              <a:extLst>
                <a:ext uri="{FF2B5EF4-FFF2-40B4-BE49-F238E27FC236}">
                  <a16:creationId xmlns:a16="http://schemas.microsoft.com/office/drawing/2014/main" id="{CAB88967-9139-09F6-30EF-390895C0AEFA}"/>
                </a:ext>
              </a:extLst>
            </p:cNvPr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TỰ ĐỘNG HOÁ VỚI N8N</a:t>
              </a:r>
              <a:endParaRPr sz="3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10" name="Google Shape;810;p202">
            <a:extLst>
              <a:ext uri="{FF2B5EF4-FFF2-40B4-BE49-F238E27FC236}">
                <a16:creationId xmlns:a16="http://schemas.microsoft.com/office/drawing/2014/main" id="{DEC31325-017E-39E2-842E-5823BF20701C}"/>
              </a:ext>
            </a:extLst>
          </p:cNvPr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11" name="Google Shape;811;p202">
              <a:extLst>
                <a:ext uri="{FF2B5EF4-FFF2-40B4-BE49-F238E27FC236}">
                  <a16:creationId xmlns:a16="http://schemas.microsoft.com/office/drawing/2014/main" id="{11DA50A4-B59B-9764-0721-894D28C93400}"/>
                </a:ext>
              </a:extLst>
            </p:cNvPr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02">
              <a:extLst>
                <a:ext uri="{FF2B5EF4-FFF2-40B4-BE49-F238E27FC236}">
                  <a16:creationId xmlns:a16="http://schemas.microsoft.com/office/drawing/2014/main" id="{66226255-D91F-3068-72D4-769BD35C2E81}"/>
                </a:ext>
              </a:extLst>
            </p:cNvPr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PHẦN 2</a:t>
              </a:r>
              <a:endParaRPr sz="3200" b="0" i="0" u="none" strike="noStrike" cap="none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13" name="Google Shape;813;p202">
            <a:extLst>
              <a:ext uri="{FF2B5EF4-FFF2-40B4-BE49-F238E27FC236}">
                <a16:creationId xmlns:a16="http://schemas.microsoft.com/office/drawing/2014/main" id="{334B05B0-CDD2-9E71-5F84-FACC368D1188}"/>
              </a:ext>
            </a:extLst>
          </p:cNvPr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4" name="ALOBASE Logo">
            <a:extLst>
              <a:ext uri="{FF2B5EF4-FFF2-40B4-BE49-F238E27FC236}">
                <a16:creationId xmlns:a16="http://schemas.microsoft.com/office/drawing/2014/main" id="{34181F76-EB88-7BA6-B249-B9E611AEB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7945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DD861C49-70A5-9917-9F82-CC7610AED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02">
            <a:extLst>
              <a:ext uri="{FF2B5EF4-FFF2-40B4-BE49-F238E27FC236}">
                <a16:creationId xmlns:a16="http://schemas.microsoft.com/office/drawing/2014/main" id="{5C9C9547-21C0-4974-A668-BED54936F664}"/>
              </a:ext>
            </a:extLst>
          </p:cNvPr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7" name="Google Shape;807;p202">
            <a:extLst>
              <a:ext uri="{FF2B5EF4-FFF2-40B4-BE49-F238E27FC236}">
                <a16:creationId xmlns:a16="http://schemas.microsoft.com/office/drawing/2014/main" id="{8F5C67FB-7BF5-42ED-88AC-EEC030A4C1DE}"/>
              </a:ext>
            </a:extLst>
          </p:cNvPr>
          <p:cNvGrpSpPr/>
          <p:nvPr/>
        </p:nvGrpSpPr>
        <p:grpSpPr>
          <a:xfrm>
            <a:off x="6283011" y="3636774"/>
            <a:ext cx="11444221" cy="3856581"/>
            <a:chOff x="0" y="-152400"/>
            <a:chExt cx="15258961" cy="5142109"/>
          </a:xfrm>
        </p:grpSpPr>
        <p:sp>
          <p:nvSpPr>
            <p:cNvPr id="808" name="Google Shape;808;p202">
              <a:extLst>
                <a:ext uri="{FF2B5EF4-FFF2-40B4-BE49-F238E27FC236}">
                  <a16:creationId xmlns:a16="http://schemas.microsoft.com/office/drawing/2014/main" id="{EC7BEBB3-1EE9-51E5-A733-C793BB6C34F5}"/>
                </a:ext>
              </a:extLst>
            </p:cNvPr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02">
              <a:extLst>
                <a:ext uri="{FF2B5EF4-FFF2-40B4-BE49-F238E27FC236}">
                  <a16:creationId xmlns:a16="http://schemas.microsoft.com/office/drawing/2014/main" id="{4A8F03DA-72EF-8F3E-D1CD-191CA84C62D6}"/>
                </a:ext>
              </a:extLst>
            </p:cNvPr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CÁC LUỒNG CÔNG VIỆC VÀ CÔNG CỤ XÂY DỰNG LUỒNG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10" name="Google Shape;810;p202">
            <a:extLst>
              <a:ext uri="{FF2B5EF4-FFF2-40B4-BE49-F238E27FC236}">
                <a16:creationId xmlns:a16="http://schemas.microsoft.com/office/drawing/2014/main" id="{E7639DC1-5203-F2B6-6BA5-A1C439401829}"/>
              </a:ext>
            </a:extLst>
          </p:cNvPr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11" name="Google Shape;811;p202">
              <a:extLst>
                <a:ext uri="{FF2B5EF4-FFF2-40B4-BE49-F238E27FC236}">
                  <a16:creationId xmlns:a16="http://schemas.microsoft.com/office/drawing/2014/main" id="{EFCA42E3-530E-C365-52C9-8347CD2C0C7A}"/>
                </a:ext>
              </a:extLst>
            </p:cNvPr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02">
              <a:extLst>
                <a:ext uri="{FF2B5EF4-FFF2-40B4-BE49-F238E27FC236}">
                  <a16:creationId xmlns:a16="http://schemas.microsoft.com/office/drawing/2014/main" id="{9FA97B68-D896-3E5C-7FF3-CD0047B737F3}"/>
                </a:ext>
              </a:extLst>
            </p:cNvPr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LÝ THUYẾT LUỒNG: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13" name="Google Shape;813;p202">
            <a:extLst>
              <a:ext uri="{FF2B5EF4-FFF2-40B4-BE49-F238E27FC236}">
                <a16:creationId xmlns:a16="http://schemas.microsoft.com/office/drawing/2014/main" id="{CE9D9B8F-BBDB-BA79-56B2-D7F4035A27F3}"/>
              </a:ext>
            </a:extLst>
          </p:cNvPr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4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7137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>
          <a:extLst>
            <a:ext uri="{FF2B5EF4-FFF2-40B4-BE49-F238E27FC236}">
              <a16:creationId xmlns:a16="http://schemas.microsoft.com/office/drawing/2014/main" id="{AE1AF40B-FA36-A651-53A2-0299D6909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1">
            <a:extLst>
              <a:ext uri="{FF2B5EF4-FFF2-40B4-BE49-F238E27FC236}">
                <a16:creationId xmlns:a16="http://schemas.microsoft.com/office/drawing/2014/main" id="{768898D4-74D6-D1A4-50DB-C389BEE01A6F}"/>
              </a:ext>
            </a:extLst>
          </p:cNvPr>
          <p:cNvSpPr txBox="1"/>
          <p:nvPr/>
        </p:nvSpPr>
        <p:spPr>
          <a:xfrm>
            <a:off x="1099955" y="816122"/>
            <a:ext cx="8741766" cy="8065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47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Nền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tảng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tự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động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hóa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workflow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trực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quan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theo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hướng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Low-code/No-code.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Kéo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thả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node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trên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canvas —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không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cần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biết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lập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trình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3. Hai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lựa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chọn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triển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khai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: n8n Cloud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hoặc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Self-hosted (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tự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chủ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dữ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liệu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4.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Kết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nối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hàng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trăm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ứng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dụng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: Gmail, Google Sheets,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Zalo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AI LLMs...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5.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Biến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ứng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dụng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rời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rạc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thành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một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luồng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vận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hành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tự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động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71">
            <a:extLst>
              <a:ext uri="{FF2B5EF4-FFF2-40B4-BE49-F238E27FC236}">
                <a16:creationId xmlns:a16="http://schemas.microsoft.com/office/drawing/2014/main" id="{0887B547-59D6-8378-6308-8EF3D26B1072}"/>
              </a:ext>
            </a:extLst>
          </p:cNvPr>
          <p:cNvSpPr txBox="1"/>
          <p:nvPr/>
        </p:nvSpPr>
        <p:spPr>
          <a:xfrm>
            <a:off x="2743200" y="895950"/>
            <a:ext cx="12801600" cy="121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1" i="0" u="none" strike="noStrike" cap="none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LÝ THUYẾT: n8n LÀ GÌ?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Illustration">
            <a:extLst>
              <a:ext uri="{FF2B5EF4-FFF2-40B4-BE49-F238E27FC236}">
                <a16:creationId xmlns:a16="http://schemas.microsoft.com/office/drawing/2014/main" id="{C33A76F5-F92C-1F11-BE99-CECB212D7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0000" y="3254000"/>
            <a:ext cx="6000000" cy="5792000"/>
          </a:xfrm>
          <a:prstGeom prst="rect">
            <a:avLst/>
          </a:prstGeom>
        </p:spPr>
      </p:pic>
      <p:pic>
        <p:nvPicPr>
          <p:cNvPr id="501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4116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1"/>
          <p:cNvSpPr txBox="1"/>
          <p:nvPr/>
        </p:nvSpPr>
        <p:spPr>
          <a:xfrm>
            <a:off x="1146847" y="704850"/>
            <a:ext cx="8741766" cy="741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47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1. Trigger (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Bộ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kích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hoạt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):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điểm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bắt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đầu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bấm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tay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hẹn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giờ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sự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kiện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mới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2. Node (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Nút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xử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lý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):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đọc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dữ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liệu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biến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đổi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rẽ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nhánh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IF,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gọi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AI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phân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tích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3. Action (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Hành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động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):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gửi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email,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ghi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Google Sheets,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tạo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bản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nháp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Gmail.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4.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Ví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dụ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FUTU1: 8h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quét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phiếu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mượn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đồ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gá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lọc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Chờ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duyệt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→ email Quản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đốc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5.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Không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có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Trigger, workflow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chưa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có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điểm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bắt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đầu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71"/>
          <p:cNvSpPr txBox="1"/>
          <p:nvPr/>
        </p:nvSpPr>
        <p:spPr>
          <a:xfrm>
            <a:off x="2743200" y="895950"/>
            <a:ext cx="12801600" cy="121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1" i="0" u="none" strike="noStrike" cap="none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LÝ THUYẾT: TRIGGER · NODE · ACTION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0000" y="3150000"/>
            <a:ext cx="6000000" cy="6000000"/>
          </a:xfrm>
          <a:prstGeom prst="rect">
            <a:avLst/>
          </a:prstGeom>
        </p:spPr>
      </p:pic>
      <p:pic>
        <p:nvPicPr>
          <p:cNvPr id="501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1"/>
          <p:cNvSpPr txBox="1"/>
          <p:nvPr/>
        </p:nvSpPr>
        <p:spPr>
          <a:xfrm>
            <a:off x="1099955" y="895950"/>
            <a:ext cx="8741766" cy="8065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47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1. Credentials: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nơi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n8n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lưu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thông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tin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xác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thực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kết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nối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dịch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vụ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ngoài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2. OAuth2: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đăng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nhập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Google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để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cấp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quyền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cho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Gmail &amp; Google Sheets.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3. API Key: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khóa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kết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nối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Google AI Studio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để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gọi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mô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hình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Gemini.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4.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Tuyệt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đối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không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viết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(hardcode)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khóa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bí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mật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trong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Prompt hay Node.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5.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Hành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động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quan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trọng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: AI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chỉ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soạn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nháp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— con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người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duyệt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và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bấm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Gửi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71"/>
          <p:cNvSpPr txBox="1"/>
          <p:nvPr/>
        </p:nvSpPr>
        <p:spPr>
          <a:xfrm>
            <a:off x="2743200" y="895950"/>
            <a:ext cx="12801600" cy="121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1" i="0" u="none" strike="noStrike" cap="none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LÝ THUYẾT: CREDENTIALS &amp; BẢO MẬT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0000" y="3539000"/>
            <a:ext cx="6000000" cy="5222000"/>
          </a:xfrm>
          <a:prstGeom prst="rect">
            <a:avLst/>
          </a:prstGeom>
        </p:spPr>
      </p:pic>
      <p:pic>
        <p:nvPicPr>
          <p:cNvPr id="501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1"/>
          <p:cNvSpPr txBox="1"/>
          <p:nvPr/>
        </p:nvSpPr>
        <p:spPr>
          <a:xfrm>
            <a:off x="1146847" y="704850"/>
            <a:ext cx="8741766" cy="8065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47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Dữ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liệu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truyền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giữa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các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node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dưới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dạng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đối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tượng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JSON (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khóa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–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giá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trị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Mỗi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dòng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Google Sheets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là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một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item JSON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qua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luồng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xử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lý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3. Tham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chiếu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dữ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liệu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bằng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biểu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thức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: {{ $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json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["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Mô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tả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sự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cố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"] }}.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4. AI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đôi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bọc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JSON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trong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markdown —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cần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node Code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làm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sạch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trước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khi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dùng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5.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Giữ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lại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row_number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để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node Update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ghi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kết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quả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đúng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dòng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i="0" u="none" strike="noStrike" cap="non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gốc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VN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71"/>
          <p:cNvSpPr txBox="1"/>
          <p:nvPr/>
        </p:nvSpPr>
        <p:spPr>
          <a:xfrm>
            <a:off x="2743200" y="895950"/>
            <a:ext cx="12801600" cy="121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LÝ THUYẾT: JSON TRONG n8n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0000" y="3150000"/>
            <a:ext cx="6000000" cy="6000000"/>
          </a:xfrm>
          <a:prstGeom prst="rect">
            <a:avLst/>
          </a:prstGeom>
        </p:spPr>
      </p:pic>
      <p:pic>
        <p:nvPicPr>
          <p:cNvPr id="501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>
          <a:extLst>
            <a:ext uri="{FF2B5EF4-FFF2-40B4-BE49-F238E27FC236}">
              <a16:creationId xmlns:a16="http://schemas.microsoft.com/office/drawing/2014/main" id="{58C04E05-6079-16B3-B8BD-A411141DD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204">
            <a:extLst>
              <a:ext uri="{FF2B5EF4-FFF2-40B4-BE49-F238E27FC236}">
                <a16:creationId xmlns:a16="http://schemas.microsoft.com/office/drawing/2014/main" id="{943FDE85-75EB-8995-22B0-F87E8BB90B1D}"/>
              </a:ext>
            </a:extLst>
          </p:cNvPr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2" name="Google Shape;832;p204">
            <a:extLst>
              <a:ext uri="{FF2B5EF4-FFF2-40B4-BE49-F238E27FC236}">
                <a16:creationId xmlns:a16="http://schemas.microsoft.com/office/drawing/2014/main" id="{20ED942E-1A64-ADA2-5418-702DDF10B58E}"/>
              </a:ext>
            </a:extLst>
          </p:cNvPr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833" name="Google Shape;833;p204">
              <a:extLst>
                <a:ext uri="{FF2B5EF4-FFF2-40B4-BE49-F238E27FC236}">
                  <a16:creationId xmlns:a16="http://schemas.microsoft.com/office/drawing/2014/main" id="{5DFD474F-55C3-A2D9-A6FA-4B88B060C62A}"/>
                </a:ext>
              </a:extLst>
            </p:cNvPr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204">
              <a:extLst>
                <a:ext uri="{FF2B5EF4-FFF2-40B4-BE49-F238E27FC236}">
                  <a16:creationId xmlns:a16="http://schemas.microsoft.com/office/drawing/2014/main" id="{656A2ABE-E380-BC93-CCCA-3971C699961D}"/>
                </a:ext>
              </a:extLst>
            </p:cNvPr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ĐĂNG KÍ VÀ CÀI ĐẶT N8N</a:t>
              </a:r>
              <a:b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b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TRÊN ĐÁM MÂY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35" name="Google Shape;835;p204">
            <a:extLst>
              <a:ext uri="{FF2B5EF4-FFF2-40B4-BE49-F238E27FC236}">
                <a16:creationId xmlns:a16="http://schemas.microsoft.com/office/drawing/2014/main" id="{5CA968D2-8CD1-F0FD-31D1-482860BF446C}"/>
              </a:ext>
            </a:extLst>
          </p:cNvPr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36" name="Google Shape;836;p204">
              <a:extLst>
                <a:ext uri="{FF2B5EF4-FFF2-40B4-BE49-F238E27FC236}">
                  <a16:creationId xmlns:a16="http://schemas.microsoft.com/office/drawing/2014/main" id="{4E228AFB-4819-CEF6-B320-0B2366F32461}"/>
                </a:ext>
              </a:extLst>
            </p:cNvPr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204">
              <a:extLst>
                <a:ext uri="{FF2B5EF4-FFF2-40B4-BE49-F238E27FC236}">
                  <a16:creationId xmlns:a16="http://schemas.microsoft.com/office/drawing/2014/main" id="{B96AF372-6907-1EB1-EBFC-53458DFFE693}"/>
                </a:ext>
              </a:extLst>
            </p:cNvPr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BÀI TẬP 1: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38" name="Google Shape;838;p204">
            <a:extLst>
              <a:ext uri="{FF2B5EF4-FFF2-40B4-BE49-F238E27FC236}">
                <a16:creationId xmlns:a16="http://schemas.microsoft.com/office/drawing/2014/main" id="{CAF29C02-EEDA-1F46-4634-AB9E5345D1BB}"/>
              </a:ext>
            </a:extLst>
          </p:cNvPr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39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5756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F4F75B-CCCC-D4EB-8F32-F1F7B8D64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076" y="1536887"/>
            <a:ext cx="8388694" cy="31436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DC2D30-940C-250E-879F-95B0DD81E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1800" y="4801824"/>
            <a:ext cx="8674100" cy="4644036"/>
          </a:xfrm>
          <a:prstGeom prst="rect">
            <a:avLst/>
          </a:prstGeom>
        </p:spPr>
      </p:pic>
      <p:pic>
        <p:nvPicPr>
          <p:cNvPr id="4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>
          <a:extLst>
            <a:ext uri="{FF2B5EF4-FFF2-40B4-BE49-F238E27FC236}">
              <a16:creationId xmlns:a16="http://schemas.microsoft.com/office/drawing/2014/main" id="{BFB89D41-C0CB-582C-C312-BFCBC6276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46D8F8-35FE-D296-3EA7-675B3E993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1490515"/>
            <a:ext cx="7772400" cy="56762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3D8165-DAD0-98A1-426C-C9274FEE3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199" y="3956564"/>
            <a:ext cx="9194969" cy="55651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301A75-E4DC-267A-EAD7-DE789DA458C6}"/>
              </a:ext>
            </a:extLst>
          </p:cNvPr>
          <p:cNvSpPr txBox="1"/>
          <p:nvPr/>
        </p:nvSpPr>
        <p:spPr>
          <a:xfrm>
            <a:off x="4572000" y="4916354"/>
            <a:ext cx="9144000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LÝ THUYẾT: JSON TRONG n8n</a:t>
            </a:r>
            <a:endParaRPr lang="en-US"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5F0834-8C9A-6CE5-4842-56719246C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31" y="1630215"/>
            <a:ext cx="7772400" cy="56762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AF82B1-DA30-9081-2297-AC278E137107}"/>
              </a:ext>
            </a:extLst>
          </p:cNvPr>
          <p:cNvSpPr txBox="1"/>
          <p:nvPr/>
        </p:nvSpPr>
        <p:spPr>
          <a:xfrm>
            <a:off x="8737431" y="1601645"/>
            <a:ext cx="9194969" cy="1889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CÀI ĐẶT CHÌA KHOÁ KẾT NỐI ĐẾN GOOGLE SHEET (1)</a:t>
            </a: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7141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>
          <a:extLst>
            <a:ext uri="{FF2B5EF4-FFF2-40B4-BE49-F238E27FC236}">
              <a16:creationId xmlns:a16="http://schemas.microsoft.com/office/drawing/2014/main" id="{97200F3D-4944-6CF4-2AAC-3DFD916A7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8F983F-CF18-3B64-2B72-81E021CA9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32868"/>
            <a:ext cx="7632700" cy="57912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94CB19-0628-D0DA-BBB4-2DC90BD09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499" y="3477586"/>
            <a:ext cx="9404440" cy="5475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89F8F9-1764-1B95-8E9B-232BB5427C1C}"/>
              </a:ext>
            </a:extLst>
          </p:cNvPr>
          <p:cNvSpPr txBox="1"/>
          <p:nvPr/>
        </p:nvSpPr>
        <p:spPr>
          <a:xfrm>
            <a:off x="8737431" y="1601645"/>
            <a:ext cx="9194969" cy="1889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CÀI ĐẶT CHÌA KHOÁ KẾT NỐI ĐẾN GOOGLE SHEET (2)</a:t>
            </a: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4978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>
          <a:extLst>
            <a:ext uri="{FF2B5EF4-FFF2-40B4-BE49-F238E27FC236}">
              <a16:creationId xmlns:a16="http://schemas.microsoft.com/office/drawing/2014/main" id="{89C7D266-488D-050D-8DA3-A819B6450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929BDB-7583-ABBF-DCC1-C625BEE4C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00" y="1414460"/>
            <a:ext cx="7772400" cy="52736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B60CD5-C165-6EFC-B030-31996E3A7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600" y="3950386"/>
            <a:ext cx="9033742" cy="537141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2C3D4B-DF6E-F450-32CA-F075ADC786CF}"/>
              </a:ext>
            </a:extLst>
          </p:cNvPr>
          <p:cNvSpPr txBox="1"/>
          <p:nvPr/>
        </p:nvSpPr>
        <p:spPr>
          <a:xfrm>
            <a:off x="8737431" y="1601645"/>
            <a:ext cx="9194969" cy="1889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CÀI ĐẶT CHÌA KHOÁ KẾT NỐI ĐẾN GMAIL (1)</a:t>
            </a: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2197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>
          <a:extLst>
            <a:ext uri="{FF2B5EF4-FFF2-40B4-BE49-F238E27FC236}">
              <a16:creationId xmlns:a16="http://schemas.microsoft.com/office/drawing/2014/main" id="{EBB7CC14-3038-FDEE-D976-7BBAFCA98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3048B2-EBF6-B4CD-244F-63EDA5324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050" y="2492384"/>
            <a:ext cx="12706350" cy="73286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E6DEC1-D748-D824-F51C-A88D230085B0}"/>
              </a:ext>
            </a:extLst>
          </p:cNvPr>
          <p:cNvSpPr txBox="1"/>
          <p:nvPr/>
        </p:nvSpPr>
        <p:spPr>
          <a:xfrm>
            <a:off x="3632031" y="343500"/>
            <a:ext cx="11138069" cy="1889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CÀI ĐẶT CHÌA KHOÁ KẾT NỐI ĐẾN A.I CỦA GOOGLE: GEMINI API (1)</a:t>
            </a: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17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>
          <a:extLst>
            <a:ext uri="{FF2B5EF4-FFF2-40B4-BE49-F238E27FC236}">
              <a16:creationId xmlns:a16="http://schemas.microsoft.com/office/drawing/2014/main" id="{8BB534F1-B20F-4D81-5C39-5190FCB30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34B2B9-3017-5C24-D5F0-C2FF42882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2611175"/>
            <a:ext cx="13335000" cy="75615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AA94BD-1976-33D4-4E05-03D44B7BEC3C}"/>
              </a:ext>
            </a:extLst>
          </p:cNvPr>
          <p:cNvSpPr txBox="1"/>
          <p:nvPr/>
        </p:nvSpPr>
        <p:spPr>
          <a:xfrm>
            <a:off x="3149431" y="1295400"/>
            <a:ext cx="12547769" cy="1179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96799"/>
              </a:lnSpc>
              <a:buSzPts val="3999"/>
            </a:pPr>
            <a: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CÀI ĐẶT CHÌA KHOÁ KẾT NỐI ĐẾN A.I CỦA GOOGLE: GEMINI API (2)</a:t>
            </a:r>
            <a:endParaRPr lang="en-US" sz="2400" dirty="0"/>
          </a:p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8402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>
          <a:extLst>
            <a:ext uri="{FF2B5EF4-FFF2-40B4-BE49-F238E27FC236}">
              <a16:creationId xmlns:a16="http://schemas.microsoft.com/office/drawing/2014/main" id="{59165740-3C23-B55E-48C1-F34C45EBD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CC9093-95C2-DAFF-AF86-ADFF57D5F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1433264"/>
            <a:ext cx="13677900" cy="86780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5614F8-98C6-E8FF-5927-48D56711657D}"/>
              </a:ext>
            </a:extLst>
          </p:cNvPr>
          <p:cNvSpPr txBox="1"/>
          <p:nvPr/>
        </p:nvSpPr>
        <p:spPr>
          <a:xfrm>
            <a:off x="3784431" y="2400300"/>
            <a:ext cx="12547769" cy="1179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96799"/>
              </a:lnSpc>
              <a:buSzPts val="3999"/>
            </a:pPr>
            <a: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CÀI ĐẶT CHÌA KHOÁ KẾT NỐI ĐẾN A.I CỦA GOOGLE: GEMINI API (3)</a:t>
            </a:r>
            <a:endParaRPr lang="en-US" sz="2400" dirty="0"/>
          </a:p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5656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>
          <a:extLst>
            <a:ext uri="{FF2B5EF4-FFF2-40B4-BE49-F238E27FC236}">
              <a16:creationId xmlns:a16="http://schemas.microsoft.com/office/drawing/2014/main" id="{5F21B4A5-41BD-CFBB-71CA-A3CA56511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A6B3F4-9DD9-97BB-D494-B82904C59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690" y="1364747"/>
            <a:ext cx="14778255" cy="84605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CC8AEA-8F11-77F8-D9D6-28439915D099}"/>
              </a:ext>
            </a:extLst>
          </p:cNvPr>
          <p:cNvSpPr txBox="1"/>
          <p:nvPr/>
        </p:nvSpPr>
        <p:spPr>
          <a:xfrm>
            <a:off x="2870114" y="185642"/>
            <a:ext cx="12547769" cy="1179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96799"/>
              </a:lnSpc>
              <a:buSzPts val="3999"/>
            </a:pPr>
            <a: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CÀI ĐẶT CHÌA KHOÁ KẾT NỐI ĐẾN A.I CỦA GOOGLE: GEMINI API (2)</a:t>
            </a:r>
            <a:endParaRPr lang="en-US" sz="2400" dirty="0"/>
          </a:p>
          <a:p>
            <a:pPr marL="0" marR="0" lvl="0" indent="0" algn="l" rtl="0">
              <a:lnSpc>
                <a:spcPct val="196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5049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204"/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2" name="Google Shape;832;p204"/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833" name="Google Shape;833;p204"/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204"/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SỬ DỤNG A.I NHƯ TRỢ LÝ THIẾT KẾ LUỒNG TỰ ĐỘNG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35" name="Google Shape;835;p204"/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36" name="Google Shape;836;p204"/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204"/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BÀI TẬP 2: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38" name="Google Shape;838;p204"/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39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>
          <a:extLst>
            <a:ext uri="{FF2B5EF4-FFF2-40B4-BE49-F238E27FC236}">
              <a16:creationId xmlns:a16="http://schemas.microsoft.com/office/drawing/2014/main" id="{CACED2ED-AEC3-EF77-1F9F-4722768B2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C16F9D-FAF4-095A-F177-CAD92164BC70}"/>
              </a:ext>
            </a:extLst>
          </p:cNvPr>
          <p:cNvSpPr txBox="1"/>
          <p:nvPr/>
        </p:nvSpPr>
        <p:spPr>
          <a:xfrm>
            <a:off x="1955800" y="9073338"/>
            <a:ext cx="15100383" cy="712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96799"/>
              </a:lnSpc>
              <a:buSzPts val="3999"/>
            </a:pPr>
            <a:r>
              <a:rPr lang="en-US" sz="2400" b="1" i="0" u="none" strike="noStrike" cap="none" dirty="0">
                <a:solidFill>
                  <a:srgbClr val="163E64"/>
                </a:solidFill>
                <a:latin typeface="Montserrat"/>
                <a:sym typeface="Montserrat"/>
              </a:rPr>
              <a:t>LƯU </a:t>
            </a:r>
            <a:r>
              <a:rPr lang="en-US" sz="2400" b="1" i="0" u="none" strike="noStrike" cap="none" dirty="0" err="1">
                <a:solidFill>
                  <a:srgbClr val="163E64"/>
                </a:solidFill>
                <a:latin typeface="Montserrat"/>
                <a:sym typeface="Montserrat"/>
              </a:rPr>
              <a:t>Ý</a:t>
            </a:r>
            <a:r>
              <a:rPr lang="en-US" sz="2400" b="1" i="0" u="none" strike="noStrike" cap="none" dirty="0">
                <a:solidFill>
                  <a:srgbClr val="163E64"/>
                </a:solidFill>
                <a:latin typeface="Montserrat"/>
                <a:sym typeface="Montserrat"/>
              </a:rPr>
              <a:t>: NẾU LÀ FILE XLSX THÌ CẦN VÀO TỆP/ LƯU FILE DƯỚI DẠNG GOOGLE SHEET</a:t>
            </a: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BDCA97-C01D-EC92-4418-EED66C55A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998" y="1612483"/>
            <a:ext cx="12700002" cy="73889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9603C1-A02A-4015-F0A9-EC3DAA105442}"/>
              </a:ext>
            </a:extLst>
          </p:cNvPr>
          <p:cNvSpPr txBox="1"/>
          <p:nvPr/>
        </p:nvSpPr>
        <p:spPr>
          <a:xfrm>
            <a:off x="3441614" y="857250"/>
            <a:ext cx="12547769" cy="712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96799"/>
              </a:lnSpc>
              <a:buSzPts val="3999"/>
            </a:pPr>
            <a:r>
              <a:rPr lang="en-US" sz="2400" b="1" i="0" u="none" strike="noStrike" cap="none" dirty="0">
                <a:solidFill>
                  <a:srgbClr val="163E64"/>
                </a:solidFill>
                <a:latin typeface="Montserrat"/>
                <a:sym typeface="Montserrat"/>
              </a:rPr>
              <a:t>CÀI ĐẶT BẢNG GOOGLE SHEET MÀ CHÚNG TA MUỐN TỰ ĐỘNG HOÁ</a:t>
            </a: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7256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>
          <a:extLst>
            <a:ext uri="{FF2B5EF4-FFF2-40B4-BE49-F238E27FC236}">
              <a16:creationId xmlns:a16="http://schemas.microsoft.com/office/drawing/2014/main" id="{0AF68A8C-7C56-4A0E-5295-9191CCEAD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4B865E-87E9-476F-E75C-A54B7A4A4FC7}"/>
              </a:ext>
            </a:extLst>
          </p:cNvPr>
          <p:cNvSpPr txBox="1"/>
          <p:nvPr/>
        </p:nvSpPr>
        <p:spPr>
          <a:xfrm>
            <a:off x="762000" y="884142"/>
            <a:ext cx="16814799" cy="9909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96799"/>
              </a:lnSpc>
              <a:buSzPts val="3999"/>
            </a:pPr>
            <a: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MÔ TẢ BẰNG NGÔN NGỮ TỰ NHIÊN/ HÌNH VẼ VỀ MỤC TIÊU CỦA WORKFLOW MÀ CHÚNG TA MONG MUỐN:</a:t>
            </a: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BỐI CẢNH: FILE ĐÍNH KÈM GOOGLE SHEET</a:t>
            </a:r>
            <a:br>
              <a:rPr lang="en-US" sz="2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CHỈ DẪN: TÔI MUỐN XÂY 1 LUỔNG TỰ ĐỘNG HOÁ, TRONG ĐÓ HỆ THỐNG SẼ TỰ ĐỘNG RÀ SOÁT NHỮNG NGƯỜI CHƯA HOÀN THÀNH CÔNG VIỆC TRONG SHEET CÔNG VIỆC VÀ GHI VÀO SHEET NHẮC VIỆC.</a:t>
            </a:r>
            <a:br>
              <a:rPr lang="en-US" sz="2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TIÊU CHUẨN ĐẦU RA: TÔI MUỐN LÀ 1 FILE TỰ ĐỘNG HOÁ ĐỊNH DẠNG JSON ĐỂ TÔI CÓ THỂ ĐƯA VÀO N8N </a:t>
            </a:r>
            <a:br>
              <a:rPr lang="en-US" sz="2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(GOOGLE APPSCRIPT)</a:t>
            </a: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8919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>
          <a:extLst>
            <a:ext uri="{FF2B5EF4-FFF2-40B4-BE49-F238E27FC236}">
              <a16:creationId xmlns:a16="http://schemas.microsoft.com/office/drawing/2014/main" id="{144DA45B-A08A-0A78-86CE-27C4A08E5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73B6C0-70A9-26C4-E2DC-2D8D5E12835E}"/>
              </a:ext>
            </a:extLst>
          </p:cNvPr>
          <p:cNvSpPr txBox="1"/>
          <p:nvPr/>
        </p:nvSpPr>
        <p:spPr>
          <a:xfrm>
            <a:off x="762000" y="884142"/>
            <a:ext cx="16814799" cy="2634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96799"/>
              </a:lnSpc>
              <a:buSzPts val="3999"/>
            </a:pP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1AB485-7C64-656E-67C5-69082B012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390" y="1224058"/>
            <a:ext cx="15528610" cy="8578198"/>
          </a:xfrm>
          <a:prstGeom prst="rect">
            <a:avLst/>
          </a:prstGeom>
        </p:spPr>
      </p:pic>
      <p:pic>
        <p:nvPicPr>
          <p:cNvPr id="5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5713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206"/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7" name="Google Shape;857;p206"/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858" name="Google Shape;858;p206"/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206"/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TẢI FILE JSON LÊN N8N</a:t>
              </a:r>
              <a:b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b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VÀ CHỈNH SỬA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60" name="Google Shape;860;p206"/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61" name="Google Shape;861;p206"/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206"/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BÀI TẬP 3: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63" name="Google Shape;863;p206"/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64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3C4F56-FE82-9565-D156-1F9ECF867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000" y="958212"/>
            <a:ext cx="13891556" cy="8909688"/>
          </a:xfrm>
          <a:prstGeom prst="rect">
            <a:avLst/>
          </a:prstGeom>
        </p:spPr>
      </p:pic>
      <p:pic>
        <p:nvPicPr>
          <p:cNvPr id="3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>
          <a:extLst>
            <a:ext uri="{FF2B5EF4-FFF2-40B4-BE49-F238E27FC236}">
              <a16:creationId xmlns:a16="http://schemas.microsoft.com/office/drawing/2014/main" id="{C7BC06CB-1004-CE4F-28E2-CE5AF757B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AB1C6D-7D19-E0A6-C8C7-713790874DDD}"/>
              </a:ext>
            </a:extLst>
          </p:cNvPr>
          <p:cNvSpPr txBox="1"/>
          <p:nvPr/>
        </p:nvSpPr>
        <p:spPr>
          <a:xfrm>
            <a:off x="736600" y="1773142"/>
            <a:ext cx="16814799" cy="627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96799"/>
              </a:lnSpc>
              <a:buSzPts val="3999"/>
            </a:pPr>
            <a: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CÁC ĐIỂM KIỂM TRA:</a:t>
            </a: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1. TÀI KHOẢN N8N CÓ CÙNG EMAIL VỚI GOOGLE DRIVE HAY KHÔNG?</a:t>
            </a: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2. ĐÃ LƯU FILE GG SHEET CỦA GIẢNG VIÊN VỀ GOOGLE DRIVE CÁ NHÂN MÌNH HAY CHƯA?</a:t>
            </a: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3. GOOGLE DRIVE CÁ NHÂN CÓ BỊ ĐẦY BỘ NHỚ KHÔNG? NẾU ĐẦY THÌ KHÔNG LƯU FILE VÀO ĐƯỢC</a:t>
            </a: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2400" b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316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>
          <a:extLst>
            <a:ext uri="{FF2B5EF4-FFF2-40B4-BE49-F238E27FC236}">
              <a16:creationId xmlns:a16="http://schemas.microsoft.com/office/drawing/2014/main" id="{4FFB2B69-0038-A68F-05FC-A2C71B524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8DC267-6E52-5FED-4429-07E65689F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650" y="1181100"/>
            <a:ext cx="15252700" cy="8608077"/>
          </a:xfrm>
          <a:prstGeom prst="rect">
            <a:avLst/>
          </a:prstGeom>
        </p:spPr>
      </p:pic>
      <p:pic>
        <p:nvPicPr>
          <p:cNvPr id="3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860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>
          <a:extLst>
            <a:ext uri="{FF2B5EF4-FFF2-40B4-BE49-F238E27FC236}">
              <a16:creationId xmlns:a16="http://schemas.microsoft.com/office/drawing/2014/main" id="{ED56CA56-9B4A-DEB7-3392-D681E397D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DE37ED-5B2D-AC64-F4D6-6A3F77CD0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93" y="1528763"/>
            <a:ext cx="16927013" cy="7635356"/>
          </a:xfrm>
          <a:prstGeom prst="rect">
            <a:avLst/>
          </a:prstGeom>
        </p:spPr>
      </p:pic>
      <p:pic>
        <p:nvPicPr>
          <p:cNvPr id="4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6190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>
          <a:extLst>
            <a:ext uri="{FF2B5EF4-FFF2-40B4-BE49-F238E27FC236}">
              <a16:creationId xmlns:a16="http://schemas.microsoft.com/office/drawing/2014/main" id="{50BC03A3-A04E-F55A-239D-8AB7D5E35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6638C7-C9D0-0E2D-DCF2-4A1DE339C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984" y="1181100"/>
            <a:ext cx="15470032" cy="8624515"/>
          </a:xfrm>
          <a:prstGeom prst="rect">
            <a:avLst/>
          </a:prstGeom>
        </p:spPr>
      </p:pic>
      <p:pic>
        <p:nvPicPr>
          <p:cNvPr id="3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3523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>
          <a:extLst>
            <a:ext uri="{FF2B5EF4-FFF2-40B4-BE49-F238E27FC236}">
              <a16:creationId xmlns:a16="http://schemas.microsoft.com/office/drawing/2014/main" id="{9439DD98-B64C-C079-B71F-92735F6B5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AC33BD-204F-221F-7570-89F24DEC5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726" y="1028700"/>
            <a:ext cx="15113143" cy="8803129"/>
          </a:xfrm>
          <a:prstGeom prst="rect">
            <a:avLst/>
          </a:prstGeom>
        </p:spPr>
      </p:pic>
      <p:pic>
        <p:nvPicPr>
          <p:cNvPr id="4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8223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>
          <a:extLst>
            <a:ext uri="{FF2B5EF4-FFF2-40B4-BE49-F238E27FC236}">
              <a16:creationId xmlns:a16="http://schemas.microsoft.com/office/drawing/2014/main" id="{D4D4199E-D0A4-BD04-9E15-A42F61B2D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BC36C6-2E43-E10D-3C8C-5209FB51B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247" y="590550"/>
            <a:ext cx="12230100" cy="9626618"/>
          </a:xfrm>
          <a:prstGeom prst="rect">
            <a:avLst/>
          </a:prstGeom>
        </p:spPr>
      </p:pic>
      <p:pic>
        <p:nvPicPr>
          <p:cNvPr id="3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4483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08"/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2" name="Google Shape;882;p208"/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883" name="Google Shape;883;p208"/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208"/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THIẾT KẾ LUỒNG NHẮC</a:t>
              </a:r>
              <a:b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VIỆC VÀ GỬI EMAIL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85" name="Google Shape;885;p208"/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86" name="Google Shape;886;p208"/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208"/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BÀI TẬP 4: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88" name="Google Shape;888;p208"/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9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81015A-273E-D9C7-3990-D3732F99B32C}"/>
              </a:ext>
            </a:extLst>
          </p:cNvPr>
          <p:cNvSpPr txBox="1"/>
          <p:nvPr/>
        </p:nvSpPr>
        <p:spPr>
          <a:xfrm>
            <a:off x="1003300" y="1714500"/>
            <a:ext cx="15951200" cy="720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BỐI CẢNH: </a:t>
            </a:r>
            <a:br>
              <a:rPr lang="en-US" sz="32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32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2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FILE ĐÍNH KÈM</a:t>
            </a:r>
            <a:br>
              <a:rPr lang="en-US" sz="32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32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2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GOOGLE SHEET LINK CÓ ĐỊA CHỈ LÀ: </a:t>
            </a:r>
            <a:r>
              <a:rPr lang="en-US" sz="3200" b="1" i="1" u="sng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1ViOwxqyqNoB9LUa0dJUNGoEGAyyfS-1RmsZeDDrnjgM</a:t>
            </a:r>
            <a:br>
              <a:rPr lang="en-US" sz="32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32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2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CHỈ DẪN: TÔI MUỐN XÂY 1 LUỔNG TỰ ĐỘNG HOÁ, TRONG ĐÓ HỆ THỐNG SẼ TỰ ĐỘNG RÀ SOÁT NHỮNG NGƯỜI CHƯA HOÀN THÀNH CÔNG VIỆC TRONG SHEET CÔNG VIỆC VÀ GHI VÀO SHEET NHẮC VIỆC </a:t>
            </a:r>
            <a:r>
              <a:rPr lang="en-US" sz="3200" b="1" i="1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VÀ TỰ ĐỘNG GỬI EMAIL NHẮC VIỆC</a:t>
            </a:r>
            <a:br>
              <a:rPr lang="en-US" sz="3200" b="1" i="1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32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2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  <a:t>TIÊU CHUẨN ĐẦU RA: TÔI MUỐN LÀ 1 FILE TỰ ĐỘNG HOÁ ĐỊNH DẠNG JSON ĐỂ TÔI CÓ THỂ ĐƯA VÀO N8N </a:t>
            </a:r>
            <a:br>
              <a:rPr lang="en-US" sz="1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VN" dirty="0"/>
          </a:p>
        </p:txBody>
      </p:sp>
      <p:pic>
        <p:nvPicPr>
          <p:cNvPr id="4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>
          <a:extLst>
            <a:ext uri="{FF2B5EF4-FFF2-40B4-BE49-F238E27FC236}">
              <a16:creationId xmlns:a16="http://schemas.microsoft.com/office/drawing/2014/main" id="{F8D7BD1E-F47B-67A4-BB17-ED31E42C5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8FA8D4-DF19-C52E-31A8-643E1E39D7FB}"/>
              </a:ext>
            </a:extLst>
          </p:cNvPr>
          <p:cNvSpPr txBox="1"/>
          <p:nvPr/>
        </p:nvSpPr>
        <p:spPr>
          <a:xfrm>
            <a:off x="1003300" y="1714500"/>
            <a:ext cx="1595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V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DEA613-7DDD-415E-D027-8C5A0F28A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450" y="1607161"/>
            <a:ext cx="13290550" cy="8297678"/>
          </a:xfrm>
          <a:prstGeom prst="rect">
            <a:avLst/>
          </a:prstGeom>
        </p:spPr>
      </p:pic>
      <p:pic>
        <p:nvPicPr>
          <p:cNvPr id="4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6535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>
          <a:extLst>
            <a:ext uri="{FF2B5EF4-FFF2-40B4-BE49-F238E27FC236}">
              <a16:creationId xmlns:a16="http://schemas.microsoft.com/office/drawing/2014/main" id="{3CA51CE3-976F-E772-686E-D388EE284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A3E885-DFA8-5612-B22A-4719EA0CF994}"/>
              </a:ext>
            </a:extLst>
          </p:cNvPr>
          <p:cNvSpPr txBox="1"/>
          <p:nvPr/>
        </p:nvSpPr>
        <p:spPr>
          <a:xfrm>
            <a:off x="1003300" y="1714500"/>
            <a:ext cx="1595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V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A67C9C-ABEC-254D-BE25-21DCFAAED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114" y="1359780"/>
            <a:ext cx="15431572" cy="8555326"/>
          </a:xfrm>
          <a:prstGeom prst="rect">
            <a:avLst/>
          </a:prstGeom>
        </p:spPr>
      </p:pic>
      <p:pic>
        <p:nvPicPr>
          <p:cNvPr id="5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14006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>
          <a:extLst>
            <a:ext uri="{FF2B5EF4-FFF2-40B4-BE49-F238E27FC236}">
              <a16:creationId xmlns:a16="http://schemas.microsoft.com/office/drawing/2014/main" id="{4FE28FB4-4ECC-D544-6BDB-2D144A26F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DD4601-30FD-A03D-BADA-25670D0EB6AA}"/>
              </a:ext>
            </a:extLst>
          </p:cNvPr>
          <p:cNvSpPr txBox="1"/>
          <p:nvPr/>
        </p:nvSpPr>
        <p:spPr>
          <a:xfrm>
            <a:off x="1003300" y="1714500"/>
            <a:ext cx="1595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V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258D1B-C019-9713-78E1-BE9EE1956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97" y="1829680"/>
            <a:ext cx="16812974" cy="7428620"/>
          </a:xfrm>
          <a:prstGeom prst="rect">
            <a:avLst/>
          </a:prstGeom>
        </p:spPr>
      </p:pic>
      <p:pic>
        <p:nvPicPr>
          <p:cNvPr id="4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4403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>
          <a:extLst>
            <a:ext uri="{FF2B5EF4-FFF2-40B4-BE49-F238E27FC236}">
              <a16:creationId xmlns:a16="http://schemas.microsoft.com/office/drawing/2014/main" id="{24A51473-6F44-48C8-ACA0-963B8BA8C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E976F9-068F-816F-3E92-7AD31A914315}"/>
              </a:ext>
            </a:extLst>
          </p:cNvPr>
          <p:cNvSpPr txBox="1"/>
          <p:nvPr/>
        </p:nvSpPr>
        <p:spPr>
          <a:xfrm>
            <a:off x="1003300" y="1714500"/>
            <a:ext cx="1595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V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A3DA71-D93D-23AF-F260-30823C2A9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97" y="1964579"/>
            <a:ext cx="16259175" cy="78741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8D8313-04A4-FBED-7DC0-DC4B6BA644B0}"/>
              </a:ext>
            </a:extLst>
          </p:cNvPr>
          <p:cNvSpPr txBox="1"/>
          <p:nvPr/>
        </p:nvSpPr>
        <p:spPr>
          <a:xfrm>
            <a:off x="2662400" y="945059"/>
            <a:ext cx="154177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400" dirty="0"/>
              <a:t>SỬ DỤNG FILE JSON MỚI MÀ A.I ĐÃ CHỈNH SỬA</a:t>
            </a:r>
          </a:p>
        </p:txBody>
      </p:sp>
      <p:pic>
        <p:nvPicPr>
          <p:cNvPr id="6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3739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>
          <a:extLst>
            <a:ext uri="{FF2B5EF4-FFF2-40B4-BE49-F238E27FC236}">
              <a16:creationId xmlns:a16="http://schemas.microsoft.com/office/drawing/2014/main" id="{D531257C-4039-FB03-CE3D-874E1E2AE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35C1DD-94EB-3E68-068A-479875D69292}"/>
              </a:ext>
            </a:extLst>
          </p:cNvPr>
          <p:cNvSpPr txBox="1"/>
          <p:nvPr/>
        </p:nvSpPr>
        <p:spPr>
          <a:xfrm>
            <a:off x="1003300" y="1714500"/>
            <a:ext cx="1595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400" b="1" i="1" dirty="0">
                <a:solidFill>
                  <a:srgbClr val="163E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V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ACCCB4-97C5-7394-C6C1-4C0C3A26AEB0}"/>
              </a:ext>
            </a:extLst>
          </p:cNvPr>
          <p:cNvSpPr txBox="1"/>
          <p:nvPr/>
        </p:nvSpPr>
        <p:spPr>
          <a:xfrm>
            <a:off x="1130300" y="1146062"/>
            <a:ext cx="169498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dirty="0"/>
              <a:t>KẾT QUẢ: THỐNG KÊ NGƯỜ CHƯA XONG VIỆC VÀO GG SHEET VÀ GỬI EMAIL NHẮC VIỆC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00754A-404E-40EC-151B-2083166E7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806158"/>
            <a:ext cx="7942490" cy="62463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1C42E5-141C-51FB-E0A2-448D13F41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202" y="2806159"/>
            <a:ext cx="8705495" cy="6246315"/>
          </a:xfrm>
          <a:prstGeom prst="rect">
            <a:avLst/>
          </a:prstGeom>
        </p:spPr>
      </p:pic>
      <p:pic>
        <p:nvPicPr>
          <p:cNvPr id="7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8697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210"/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7" name="Google Shape;907;p210"/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908" name="Google Shape;908;p210"/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210"/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1.HỌC BẰNG N8N</a:t>
              </a:r>
              <a:br>
                <a:rPr lang="en-US" sz="6600" b="1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-US" sz="6600" b="1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2.LÀM BẰNG GOOGLE APPSCRIPT ĐỂ TỐI ƯU CHI PHÍ</a:t>
              </a:r>
              <a:br>
                <a:rPr lang="en-US" sz="6600" b="1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-US" sz="6600" b="1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3.LOGIC GẦN NHƯ 100% GIỐNG NHAU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910" name="Google Shape;910;p210"/>
          <p:cNvGrpSpPr/>
          <p:nvPr/>
        </p:nvGrpSpPr>
        <p:grpSpPr>
          <a:xfrm>
            <a:off x="-2359267" y="114639"/>
            <a:ext cx="19194017" cy="3464986"/>
            <a:chOff x="-3513092" y="-1489075"/>
            <a:chExt cx="7072052" cy="4619982"/>
          </a:xfrm>
        </p:grpSpPr>
        <p:sp>
          <p:nvSpPr>
            <p:cNvPr id="911" name="Google Shape;911;p210"/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210"/>
            <p:cNvSpPr txBox="1"/>
            <p:nvPr/>
          </p:nvSpPr>
          <p:spPr>
            <a:xfrm>
              <a:off x="-3513092" y="-1489075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GỢI </a:t>
              </a:r>
              <a:r>
                <a:rPr lang="en-US" sz="7200" b="1" i="0" u="none" strike="noStrike" cap="none" dirty="0" err="1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Ý</a:t>
              </a: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913" name="Google Shape;913;p210"/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14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>
          <a:extLst>
            <a:ext uri="{FF2B5EF4-FFF2-40B4-BE49-F238E27FC236}">
              <a16:creationId xmlns:a16="http://schemas.microsoft.com/office/drawing/2014/main" id="{C591F2D3-8D6A-3B08-1E17-7A1300D62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08">
            <a:extLst>
              <a:ext uri="{FF2B5EF4-FFF2-40B4-BE49-F238E27FC236}">
                <a16:creationId xmlns:a16="http://schemas.microsoft.com/office/drawing/2014/main" id="{EF5DE18A-CFC9-A36F-F662-28563625BD68}"/>
              </a:ext>
            </a:extLst>
          </p:cNvPr>
          <p:cNvSpPr/>
          <p:nvPr/>
        </p:nvSpPr>
        <p:spPr>
          <a:xfrm>
            <a:off x="-1540888" y="1286008"/>
            <a:ext cx="8232296" cy="12111123"/>
          </a:xfrm>
          <a:custGeom>
            <a:avLst/>
            <a:gdLst/>
            <a:ahLst/>
            <a:cxnLst/>
            <a:rect l="l" t="t" r="r" b="b"/>
            <a:pathLst>
              <a:path w="8232296" h="12111123" extrusionOk="0">
                <a:moveTo>
                  <a:pt x="0" y="0"/>
                </a:moveTo>
                <a:lnTo>
                  <a:pt x="8232296" y="0"/>
                </a:lnTo>
                <a:lnTo>
                  <a:pt x="8232296" y="12111124"/>
                </a:lnTo>
                <a:lnTo>
                  <a:pt x="0" y="12111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2" r="-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2" name="Google Shape;882;p208">
            <a:extLst>
              <a:ext uri="{FF2B5EF4-FFF2-40B4-BE49-F238E27FC236}">
                <a16:creationId xmlns:a16="http://schemas.microsoft.com/office/drawing/2014/main" id="{8310AF10-2BEC-F678-6759-24BD2C89C647}"/>
              </a:ext>
            </a:extLst>
          </p:cNvPr>
          <p:cNvGrpSpPr/>
          <p:nvPr/>
        </p:nvGrpSpPr>
        <p:grpSpPr>
          <a:xfrm>
            <a:off x="6691408" y="4083987"/>
            <a:ext cx="11444221" cy="3856581"/>
            <a:chOff x="0" y="-152400"/>
            <a:chExt cx="15258961" cy="5142109"/>
          </a:xfrm>
        </p:grpSpPr>
        <p:sp>
          <p:nvSpPr>
            <p:cNvPr id="883" name="Google Shape;883;p208">
              <a:extLst>
                <a:ext uri="{FF2B5EF4-FFF2-40B4-BE49-F238E27FC236}">
                  <a16:creationId xmlns:a16="http://schemas.microsoft.com/office/drawing/2014/main" id="{26CD01B0-0230-B27E-15AE-9C287A8D0CFA}"/>
                </a:ext>
              </a:extLst>
            </p:cNvPr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208">
              <a:extLst>
                <a:ext uri="{FF2B5EF4-FFF2-40B4-BE49-F238E27FC236}">
                  <a16:creationId xmlns:a16="http://schemas.microsoft.com/office/drawing/2014/main" id="{8C4AE2FE-1D98-A8C2-A617-01574B06C49F}"/>
                </a:ext>
              </a:extLst>
            </p:cNvPr>
            <p:cNvSpPr txBox="1"/>
            <p:nvPr/>
          </p:nvSpPr>
          <p:spPr>
            <a:xfrm>
              <a:off x="0" y="-152400"/>
              <a:ext cx="15258961" cy="514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ĐƯA A.I VÀO LUỒNG N8N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85" name="Google Shape;885;p208">
            <a:extLst>
              <a:ext uri="{FF2B5EF4-FFF2-40B4-BE49-F238E27FC236}">
                <a16:creationId xmlns:a16="http://schemas.microsoft.com/office/drawing/2014/main" id="{FEC03EEF-11EF-6808-3C67-111B207ADB88}"/>
              </a:ext>
            </a:extLst>
          </p:cNvPr>
          <p:cNvGrpSpPr/>
          <p:nvPr/>
        </p:nvGrpSpPr>
        <p:grpSpPr>
          <a:xfrm>
            <a:off x="7175497" y="1231445"/>
            <a:ext cx="9659253" cy="2348180"/>
            <a:chOff x="0" y="0"/>
            <a:chExt cx="3558960" cy="3130907"/>
          </a:xfrm>
        </p:grpSpPr>
        <p:sp>
          <p:nvSpPr>
            <p:cNvPr id="886" name="Google Shape;886;p208">
              <a:extLst>
                <a:ext uri="{FF2B5EF4-FFF2-40B4-BE49-F238E27FC236}">
                  <a16:creationId xmlns:a16="http://schemas.microsoft.com/office/drawing/2014/main" id="{DBA36D3C-E32A-7971-84DD-A96330A4A40A}"/>
                </a:ext>
              </a:extLst>
            </p:cNvPr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208">
              <a:extLst>
                <a:ext uri="{FF2B5EF4-FFF2-40B4-BE49-F238E27FC236}">
                  <a16:creationId xmlns:a16="http://schemas.microsoft.com/office/drawing/2014/main" id="{71C74650-EAA5-D27D-D607-48E7E82EC36A}"/>
                </a:ext>
              </a:extLst>
            </p:cNvPr>
            <p:cNvSpPr txBox="1"/>
            <p:nvPr/>
          </p:nvSpPr>
          <p:spPr>
            <a:xfrm>
              <a:off x="0" y="76200"/>
              <a:ext cx="3558959" cy="3054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BÀI TẬP 5: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88" name="Google Shape;888;p208">
            <a:extLst>
              <a:ext uri="{FF2B5EF4-FFF2-40B4-BE49-F238E27FC236}">
                <a16:creationId xmlns:a16="http://schemas.microsoft.com/office/drawing/2014/main" id="{3BAD76F2-4985-961A-3AD8-E13D43DF47AD}"/>
              </a:ext>
            </a:extLst>
          </p:cNvPr>
          <p:cNvSpPr/>
          <p:nvPr/>
        </p:nvSpPr>
        <p:spPr>
          <a:xfrm rot="10631940">
            <a:off x="10604651" y="3041917"/>
            <a:ext cx="2432781" cy="57150"/>
          </a:xfrm>
          <a:custGeom>
            <a:avLst/>
            <a:gdLst/>
            <a:ahLst/>
            <a:cxnLst/>
            <a:rect l="l" t="t" r="r" b="b"/>
            <a:pathLst>
              <a:path w="3243707" h="76200" extrusionOk="0">
                <a:moveTo>
                  <a:pt x="38100" y="0"/>
                </a:moveTo>
                <a:lnTo>
                  <a:pt x="3205607" y="0"/>
                </a:lnTo>
                <a:cubicBezTo>
                  <a:pt x="3226689" y="0"/>
                  <a:pt x="3243707" y="17018"/>
                  <a:pt x="3243707" y="38100"/>
                </a:cubicBezTo>
                <a:cubicBezTo>
                  <a:pt x="3243707" y="59182"/>
                  <a:pt x="3226689" y="76200"/>
                  <a:pt x="3205607" y="76200"/>
                </a:cubicBezTo>
                <a:lnTo>
                  <a:pt x="38100" y="76200"/>
                </a:lnTo>
                <a:cubicBezTo>
                  <a:pt x="17018" y="76200"/>
                  <a:pt x="0" y="59182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endParaRPr sz="3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9" name="ALOBAS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02746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DAFD40-D548-9556-FF0E-2CF2D8DE5BBD}"/>
              </a:ext>
            </a:extLst>
          </p:cNvPr>
          <p:cNvSpPr txBox="1"/>
          <p:nvPr/>
        </p:nvSpPr>
        <p:spPr>
          <a:xfrm>
            <a:off x="1130300" y="1981994"/>
            <a:ext cx="1539240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3600" dirty="0">
                <a:latin typeface="Montserrat" pitchFamily="2" charset="77"/>
              </a:rPr>
              <a:t>TÔI MUỐN TAỌ WORKFLOW SOẠN THẢO EMAIL DỰA VÀO TỪ KHOÁ, </a:t>
            </a:r>
          </a:p>
          <a:p>
            <a:endParaRPr lang="en-VN" sz="3600" dirty="0">
              <a:latin typeface="Montserrat" pitchFamily="2" charset="77"/>
            </a:endParaRPr>
          </a:p>
          <a:p>
            <a:r>
              <a:rPr lang="en-VN" sz="3600" dirty="0">
                <a:latin typeface="Montserrat" pitchFamily="2" charset="77"/>
              </a:rPr>
              <a:t>TÔI SẼ GỌI GOOGLE API (GEMINI)</a:t>
            </a:r>
          </a:p>
          <a:p>
            <a:endParaRPr lang="en-VN" sz="3600" dirty="0">
              <a:latin typeface="Montserrat" pitchFamily="2" charset="77"/>
            </a:endParaRPr>
          </a:p>
          <a:p>
            <a:r>
              <a:rPr lang="en-VN" sz="3600" dirty="0">
                <a:latin typeface="Montserrat" pitchFamily="2" charset="77"/>
              </a:rPr>
              <a:t>ĐẦU RA SẼ GHI VAÒ CỘT TIÊU ĐỀ VÀ NỘI DUNG</a:t>
            </a:r>
          </a:p>
          <a:p>
            <a:endParaRPr lang="en-VN" sz="3600" dirty="0">
              <a:latin typeface="Montserrat" pitchFamily="2" charset="77"/>
            </a:endParaRPr>
          </a:p>
          <a:p>
            <a:r>
              <a:rPr lang="en-VN" sz="3600" dirty="0">
                <a:latin typeface="Montserrat" pitchFamily="2" charset="77"/>
              </a:rPr>
              <a:t>TÔI SẼ LÀM TRÊN N8N, CẦN FILE JSON</a:t>
            </a:r>
          </a:p>
          <a:p>
            <a:endParaRPr lang="en-VN" sz="3600" dirty="0">
              <a:latin typeface="Montserrat" pitchFamily="2" charset="77"/>
            </a:endParaRPr>
          </a:p>
          <a:p>
            <a:r>
              <a:rPr lang="en-VN" sz="3600" dirty="0">
                <a:latin typeface="Montserrat" pitchFamily="2" charset="77"/>
              </a:rPr>
              <a:t>ĐÂY LÀ LINK CỦA GG SHEET:  https://docs.google.com/spreadsheets/d/1kU1hP5zpGh7DjhAee8wmfCALQwfy2fQgzCkz4Eao_HM/edit?gid=24830730#gid=24830730</a:t>
            </a:r>
          </a:p>
        </p:txBody>
      </p:sp>
      <p:pic>
        <p:nvPicPr>
          <p:cNvPr id="4" name="ALOBAS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3">
          <a:extLst>
            <a:ext uri="{FF2B5EF4-FFF2-40B4-BE49-F238E27FC236}">
              <a16:creationId xmlns:a16="http://schemas.microsoft.com/office/drawing/2014/main" id="{518A6CAC-4699-60FE-CDFF-27DE3ECAE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A9B7B2-88B1-3EBC-6097-A08CCCEA1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00" y="1601879"/>
            <a:ext cx="16350015" cy="8435099"/>
          </a:xfrm>
          <a:prstGeom prst="rect">
            <a:avLst/>
          </a:prstGeom>
        </p:spPr>
      </p:pic>
      <p:pic>
        <p:nvPicPr>
          <p:cNvPr id="3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13100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3">
          <a:extLst>
            <a:ext uri="{FF2B5EF4-FFF2-40B4-BE49-F238E27FC236}">
              <a16:creationId xmlns:a16="http://schemas.microsoft.com/office/drawing/2014/main" id="{75429DEA-9980-F56D-5591-C31E906E1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4BE9C6-89B1-DC92-F63C-BC6FE16AF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2267059"/>
            <a:ext cx="13326134" cy="7067441"/>
          </a:xfrm>
          <a:prstGeom prst="rect">
            <a:avLst/>
          </a:prstGeom>
        </p:spPr>
      </p:pic>
      <p:pic>
        <p:nvPicPr>
          <p:cNvPr id="3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62351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5">
          <a:extLst>
            <a:ext uri="{FF2B5EF4-FFF2-40B4-BE49-F238E27FC236}">
              <a16:creationId xmlns:a16="http://schemas.microsoft.com/office/drawing/2014/main" id="{3A8AF2D1-C848-D1EF-CF02-A4512A819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7" name="Google Shape;907;p210">
            <a:extLst>
              <a:ext uri="{FF2B5EF4-FFF2-40B4-BE49-F238E27FC236}">
                <a16:creationId xmlns:a16="http://schemas.microsoft.com/office/drawing/2014/main" id="{69331E2E-9EB5-8077-4037-4A3FE761C5DF}"/>
              </a:ext>
            </a:extLst>
          </p:cNvPr>
          <p:cNvGrpSpPr/>
          <p:nvPr/>
        </p:nvGrpSpPr>
        <p:grpSpPr>
          <a:xfrm>
            <a:off x="3100910" y="1921728"/>
            <a:ext cx="15034718" cy="6018840"/>
            <a:chOff x="-4787330" y="-3035413"/>
            <a:chExt cx="20046290" cy="8025122"/>
          </a:xfrm>
        </p:grpSpPr>
        <p:sp>
          <p:nvSpPr>
            <p:cNvPr id="908" name="Google Shape;908;p210">
              <a:extLst>
                <a:ext uri="{FF2B5EF4-FFF2-40B4-BE49-F238E27FC236}">
                  <a16:creationId xmlns:a16="http://schemas.microsoft.com/office/drawing/2014/main" id="{C7585EE9-FC8B-66B6-3D94-B5F23412BB29}"/>
                </a:ext>
              </a:extLst>
            </p:cNvPr>
            <p:cNvSpPr/>
            <p:nvPr/>
          </p:nvSpPr>
          <p:spPr>
            <a:xfrm>
              <a:off x="0" y="0"/>
              <a:ext cx="15258960" cy="4989709"/>
            </a:xfrm>
            <a:custGeom>
              <a:avLst/>
              <a:gdLst/>
              <a:ahLst/>
              <a:cxnLst/>
              <a:rect l="l" t="t" r="r" b="b"/>
              <a:pathLst>
                <a:path w="15258960" h="4989709" extrusionOk="0">
                  <a:moveTo>
                    <a:pt x="0" y="0"/>
                  </a:moveTo>
                  <a:lnTo>
                    <a:pt x="15258960" y="0"/>
                  </a:lnTo>
                  <a:lnTo>
                    <a:pt x="15258960" y="4989709"/>
                  </a:lnTo>
                  <a:lnTo>
                    <a:pt x="0" y="498970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9586" b="-958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210">
              <a:extLst>
                <a:ext uri="{FF2B5EF4-FFF2-40B4-BE49-F238E27FC236}">
                  <a16:creationId xmlns:a16="http://schemas.microsoft.com/office/drawing/2014/main" id="{D2E036F7-77CC-9E28-271B-1B9D8ED09B89}"/>
                </a:ext>
              </a:extLst>
            </p:cNvPr>
            <p:cNvSpPr txBox="1"/>
            <p:nvPr/>
          </p:nvSpPr>
          <p:spPr>
            <a:xfrm>
              <a:off x="-4787330" y="-3035413"/>
              <a:ext cx="16709128" cy="60522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Montserrat"/>
                <a:buNone/>
              </a:pPr>
              <a:r>
                <a:rPr lang="en-US" sz="6600" b="1" i="0" u="none" strike="noStrike" cap="none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CHÚC ANH CHỊ ỨNG DỤNG A.I THÀNH CÔNG !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910" name="Google Shape;910;p210">
            <a:extLst>
              <a:ext uri="{FF2B5EF4-FFF2-40B4-BE49-F238E27FC236}">
                <a16:creationId xmlns:a16="http://schemas.microsoft.com/office/drawing/2014/main" id="{D5C08C15-38D0-C93D-E7E9-F2B68345B2C5}"/>
              </a:ext>
            </a:extLst>
          </p:cNvPr>
          <p:cNvGrpSpPr/>
          <p:nvPr/>
        </p:nvGrpSpPr>
        <p:grpSpPr>
          <a:xfrm>
            <a:off x="2763178" y="1339304"/>
            <a:ext cx="14603587" cy="7608392"/>
            <a:chOff x="-1821744" y="0"/>
            <a:chExt cx="5380704" cy="10144522"/>
          </a:xfrm>
        </p:grpSpPr>
        <p:sp>
          <p:nvSpPr>
            <p:cNvPr id="911" name="Google Shape;911;p210">
              <a:extLst>
                <a:ext uri="{FF2B5EF4-FFF2-40B4-BE49-F238E27FC236}">
                  <a16:creationId xmlns:a16="http://schemas.microsoft.com/office/drawing/2014/main" id="{70B0B445-9E47-7897-E539-E1BC82975B10}"/>
                </a:ext>
              </a:extLst>
            </p:cNvPr>
            <p:cNvSpPr/>
            <p:nvPr/>
          </p:nvSpPr>
          <p:spPr>
            <a:xfrm>
              <a:off x="0" y="0"/>
              <a:ext cx="3558960" cy="3130907"/>
            </a:xfrm>
            <a:custGeom>
              <a:avLst/>
              <a:gdLst/>
              <a:ahLst/>
              <a:cxnLst/>
              <a:rect l="l" t="t" r="r" b="b"/>
              <a:pathLst>
                <a:path w="3558960" h="3130907" extrusionOk="0">
                  <a:moveTo>
                    <a:pt x="0" y="0"/>
                  </a:moveTo>
                  <a:lnTo>
                    <a:pt x="3558960" y="0"/>
                  </a:lnTo>
                  <a:lnTo>
                    <a:pt x="3558960" y="3130907"/>
                  </a:lnTo>
                  <a:lnTo>
                    <a:pt x="0" y="313090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62872" r="-6287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210">
              <a:extLst>
                <a:ext uri="{FF2B5EF4-FFF2-40B4-BE49-F238E27FC236}">
                  <a16:creationId xmlns:a16="http://schemas.microsoft.com/office/drawing/2014/main" id="{17032F8F-AA60-1228-2F9E-DD5709512F08}"/>
                </a:ext>
              </a:extLst>
            </p:cNvPr>
            <p:cNvSpPr txBox="1"/>
            <p:nvPr/>
          </p:nvSpPr>
          <p:spPr>
            <a:xfrm>
              <a:off x="-1821744" y="7089814"/>
              <a:ext cx="4866245" cy="30547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Montserrat"/>
                <a:buNone/>
              </a:pPr>
              <a:r>
                <a:rPr lang="en-US" sz="7200" b="1" dirty="0">
                  <a:solidFill>
                    <a:srgbClr val="163E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XIN TRÂN TRỌNG CẢM ƠN</a:t>
              </a:r>
              <a:endParaRPr sz="3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913" name="ALOBAS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491" y="293781"/>
            <a:ext cx="2575141" cy="5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080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5264</TotalTime>
  <Words>2411</Words>
  <Application>Microsoft Macintosh PowerPoint</Application>
  <PresentationFormat>Custom</PresentationFormat>
  <Paragraphs>263</Paragraphs>
  <Slides>71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71</vt:i4>
      </vt:variant>
    </vt:vector>
  </HeadingPairs>
  <TitlesOfParts>
    <vt:vector size="76" baseType="lpstr">
      <vt:lpstr>Calibri</vt:lpstr>
      <vt:lpstr>Montserrat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24h</dc:creator>
  <cp:lastModifiedBy>Nguyễn Minh Cường</cp:lastModifiedBy>
  <cp:revision>21</cp:revision>
  <dcterms:created xsi:type="dcterms:W3CDTF">2006-08-16T00:00:00Z</dcterms:created>
  <dcterms:modified xsi:type="dcterms:W3CDTF">2026-07-22T06:31:00Z</dcterms:modified>
</cp:coreProperties>
</file>