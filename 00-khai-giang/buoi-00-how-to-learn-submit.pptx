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548640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DBEAFE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7589520" cy="1051560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HOW TO LEARN
&amp;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52928"/>
            <a:ext cx="676656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Aptos"/>
              </a:rPr>
              <a:t>Học theo lab · Biến thành bài toán của mình · Nộp để được chữa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93192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3931920"/>
            <a:ext cx="1097280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3931920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39319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3931920"/>
            <a:ext cx="1097280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CUSTOMIZE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3931920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931920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3931920"/>
            <a:ext cx="1097280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SUBMIT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005840"/>
            <a:ext cx="3154680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REPO HỌC VIÊN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28800"/>
            <a:ext cx="3154680" cy="10972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alobase-org/
hocvien_k1_
aiautomation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886200"/>
            <a:ext cx="27889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904487"/>
            <a:ext cx="2697479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CLONE REPO NÀY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Buổi 0 · Hướng dẫn dùng chung toàn khóa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Một buổi học = 3 lớp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MÔ HÌNH HỌC TẬP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3337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830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685800" cy="685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83464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LÀM THEO LAB MẪU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401568"/>
            <a:ext cx="2560320" cy="7772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Hiểu đúng quy trình và tạo output chuẩn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60320"/>
            <a:ext cx="411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481328"/>
            <a:ext cx="3337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36592" y="1783080"/>
            <a:ext cx="685800" cy="6858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783080"/>
            <a:ext cx="685800" cy="685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697480"/>
            <a:ext cx="283464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16A34A"/>
                </a:solidFill>
                <a:latin typeface="Aptos"/>
              </a:rPr>
              <a:t>CUSTOMIZE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01568"/>
            <a:ext cx="2560320" cy="7772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Đổi sang bài toán cá nhân nhưng giữ data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2560320"/>
            <a:ext cx="411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6" y="1481328"/>
            <a:ext cx="3337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0496" y="1783080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783080"/>
            <a:ext cx="685800" cy="685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697480"/>
            <a:ext cx="283464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59E0B"/>
                </a:solidFill>
                <a:latin typeface="Aptos"/>
              </a:rPr>
              <a:t>NỘP BÀI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3401568"/>
            <a:ext cx="2560320" cy="7772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Push branch + Pull Request để GV chấm và chữa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257800"/>
            <a:ext cx="8138160" cy="5943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367528"/>
            <a:ext cx="777240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Không dừng ở copy-paste — phải biến thành năng lực của mình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Lớp 1 — Làm theo lab mẫu của 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ĐỌC TỪ STUDENT KIT → TẠO OUTPUT MẪU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4800600" cy="4434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155448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987552" y="15544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9576" y="15544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874519"/>
            <a:ext cx="4288536" cy="3721607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03-hr-screening/              # CHỈ ĐỌC
├── lab.md                   # bắt đầu đây
├── prompts/
│   ├── bt1-prompt.md
│   ├── bt2-prompt.md
│   └── ...
├── templates/               # input mẫu
└── schemas/                 # chuẩn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880360"/>
            <a:ext cx="56692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5440680" cy="4434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27648" y="155448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15544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6711696" y="15544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874519"/>
            <a:ext cx="4928616" cy="3721607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bai-nop/&lt;username&gt;/buoi-03/
└── lop-1-lab-mau/
    ├── input/               # copy mẫu
    ├── prompts/             # prompt đã chạy
    └── outputs/
        ├── candidate-profile.json
        ├── data-quality.json
        └── scoring-result.json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5925312"/>
            <a:ext cx="644652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79" y="5943600"/>
            <a:ext cx="635508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PASS = outputs có file thật · đúng schema · mở kiểm tra được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Lớp 2 — Customize theo bài toán cá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COPY CẤU TRÚC MẪU → THAY DỮ LIỆU VÀ YÊU CẦU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4800600" cy="4434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155448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987552" y="15544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9576" y="15544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874519"/>
            <a:ext cx="4288536" cy="3721607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lop-1-lab-mau/
├── input/                   # CV mẫu GV
├── prompts/                 # prompt mẫu
└── outputs/                 # output chuẩn
GIỮ LẠI:
• chuỗi bước
• schema +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880360"/>
            <a:ext cx="56692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5440680" cy="4434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27648" y="155448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15544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6711696" y="15544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874519"/>
            <a:ext cx="4928616" cy="3721607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lop-2-custom/
├── README.md                # tôi đổi gì?
├── input/
│   └── cv-bai-toan-cua-toi.md
├── prompts/
│   └── prompt-da-custom.md
└── outputs/
    └── ket-qua-cua-toi.json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5925312"/>
            <a:ext cx="726948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943600"/>
            <a:ext cx="717804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Customize = đổi bài toán · vẫn giữ data contract và bước kiểm chứng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Lớp 3 — Nộp để GV chấm &amp; chữa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CHỈ ĐẨY ĐÚNG THƯ MỤC BÀI CỦA MÌNH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5669280" cy="4526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155448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987552" y="15544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9576" y="15544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155448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874519"/>
            <a:ext cx="5157216" cy="3813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bai-nop/&lt;username&gt;/buoi-03/
├── README.md                # bài toán + cách chạy
├── lop-1-lab-mau/
│   └── outputs/
└── lop-2-custom/
    ├── input/
    ├── prompts/
    └── outputs/             # KẾT QUẢ NỘP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389888"/>
            <a:ext cx="48920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0" y="1636776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63677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1499616"/>
            <a:ext cx="1417320" cy="31089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481328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bai-nop/&lt;user&gt;/buoi-03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414016"/>
            <a:ext cx="32004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779776"/>
            <a:ext cx="48920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02666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026664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889504"/>
            <a:ext cx="1417320" cy="31089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871216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chỉ folder buoi-03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803904"/>
            <a:ext cx="32004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169664"/>
            <a:ext cx="48920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0" y="4416552"/>
            <a:ext cx="530352" cy="5303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416552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4279392"/>
            <a:ext cx="1417320" cy="31089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PULL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261104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GV comment + yêu cầu sửa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715000"/>
            <a:ext cx="4041648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5733288"/>
            <a:ext cx="3950208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Không push thẳng main · không git add 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Từ 50% bài tập đến chứng nhận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LEARNING PATHWAY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1481328"/>
            <a:ext cx="713232" cy="7132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713232" cy="7132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26060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06624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≥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2240280" cy="34747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BÀI TẬP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828800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1481328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13232" cy="7132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468880"/>
            <a:ext cx="26060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706624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Aptos"/>
              </a:rPr>
              <a:t>MENTOR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46120"/>
            <a:ext cx="2240280" cy="34747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HOÀN THIỆN DỰ 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3" y="1828800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1481328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481328"/>
            <a:ext cx="713232" cy="7132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468880"/>
            <a:ext cx="26060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706624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CAPSTONE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46120"/>
            <a:ext cx="2240280" cy="34747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ĐỒ ÁN TỐT NGHIỆP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1828800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0" y="1481328"/>
            <a:ext cx="713232" cy="7132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481328"/>
            <a:ext cx="713232" cy="7132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2468880"/>
            <a:ext cx="26060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706624"/>
            <a:ext cx="2240280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CERTIFICATE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246120"/>
            <a:ext cx="2240280" cy="34747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NHẬN CHỨNG NHẬN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4800600"/>
            <a:ext cx="937260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4919472"/>
            <a:ext cx="891540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Aptos"/>
              </a:rPr>
              <a:t>Hoàn thành bài tập mở cánh cửa Mentor; hoàn thành Capstone là điều kiện nhận chứng nhận.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Bộ công cụ học viên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ONE WORKSPACE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508760"/>
            <a:ext cx="2523744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99616" y="1810512"/>
            <a:ext cx="749808" cy="7498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1810512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88920"/>
            <a:ext cx="2157984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GIT +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56432"/>
            <a:ext cx="1883664" cy="685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Lấy bài · lưu phiên bản · nộp PR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4" y="1508760"/>
            <a:ext cx="2523744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0832" y="1810512"/>
            <a:ext cx="749808" cy="7498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810512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788920"/>
            <a:ext cx="2157984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ANTIGRAVITY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3456432"/>
            <a:ext cx="1883664" cy="685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Mở workspace · quản lý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508760"/>
            <a:ext cx="2523744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42048" y="181051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810512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2157984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Aptos"/>
              </a:rPr>
              <a:t>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56432"/>
            <a:ext cx="1883664" cy="685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Coding Agent trong editor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1508760"/>
            <a:ext cx="2523744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13264" y="1810512"/>
            <a:ext cx="749808" cy="7498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13264" y="1810512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788920"/>
            <a:ext cx="2157984" cy="4114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ptos"/>
              </a:rPr>
              <a:t>GLM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3456432"/>
            <a:ext cx="1883664" cy="685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Model cho Cline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212080"/>
            <a:ext cx="8458200" cy="5943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321808"/>
            <a:ext cx="800100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Git giữ lịch sử · Cline thao tác file · GLM cung cấp năng lực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Checklist công cụ cần chuẩn bị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CÀI ĐẶT + ĐĂNG KÝ + TEST TRƯỚC KHÓA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353312"/>
            <a:ext cx="2633472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352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16459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MÁY &amp; TÀI KHOẢN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2121408" cy="212140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☐ Antigravity IDE
☐ Git + GitHub
☐ Google account
☐ Google Chrome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3" y="4736592"/>
            <a:ext cx="219456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809744"/>
            <a:ext cx="2084831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✓ Mở được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999232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53312"/>
            <a:ext cx="2633472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38144" y="15544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144" y="1554480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1481328"/>
            <a:ext cx="16459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AI &amp; 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267712"/>
            <a:ext cx="2121408" cy="212140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☐ Google AI Studio
☐ Gemini API Key
☐ Cline + GLM Key
☐ Claude Code/Codex*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4736592"/>
            <a:ext cx="219456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809744"/>
            <a:ext cx="2084831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✓ Chạy được 1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2999232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353312"/>
            <a:ext cx="2633472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15544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554480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1481328"/>
            <a:ext cx="16459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267712"/>
            <a:ext cx="2121408" cy="212140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☐ n8n Cloud trial 14 ngày
☐ Chạy workflow mẫu
☐ Docker Desktop local
   hoặc VPS từ Buổi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4736592"/>
            <a:ext cx="219456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809744"/>
            <a:ext cx="2084831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✓ Workflow chạy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999232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07424" y="1353312"/>
            <a:ext cx="2633472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53728" y="15544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1554480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1481328"/>
            <a:ext cx="16459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DỮ LIỆU &amp; KÊNH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2267712"/>
            <a:ext cx="2121408" cy="212140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☐ Drive/Docs/Sheets/Forms
☐ Telegram Bot + Zalo OA
☐ Canva + CapCut
☐ NotebookLM + Obsidian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4736592"/>
            <a:ext cx="219456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81744" y="4809744"/>
            <a:ext cx="2084831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✓ Kết nối thử được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5852160"/>
            <a:ext cx="9372600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5870448"/>
            <a:ext cx="928116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* Claude Code/Codex: có sẵn thì dùng thay Coding Agent chính · Không commit API key/token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Lần đầu — Clone repo học viên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CHỈ CLONE MỘT LẦN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83564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60020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160020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271016" y="160020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20240"/>
            <a:ext cx="10323576" cy="262432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git clone https://github.com/alobase-org/hocvien_k1_aiautomation.git
cd hocvien_k1_aiautomation
git switch 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230368"/>
            <a:ext cx="850392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5248655"/>
            <a:ext cx="841248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Repo chưa có nội dung trước khai giảng; GV sẽ đồng bộ Student Kit vào đây.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Bên trong repo học viên có gì?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STUDENT KIT + VÙNG BÀI NỘP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6400800" cy="4526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50876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0876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150876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50876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225295" y="150876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5" y="150876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828800"/>
            <a:ext cx="5888736" cy="3813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hocvien_k1_aiautomation/
├── 00-khai-giang/
├── 01-onboarding-automation/
├── 02-advanced-automation/
├── 03-hr-screening/
├── ...
└── bai-nop/
    └── &lt;github-username&gt;/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325880"/>
            <a:ext cx="41605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132588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8" y="1527048"/>
            <a:ext cx="370332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STUDENT KIT — CHỈ ĐỌC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011680"/>
            <a:ext cx="3703320" cy="6858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Slide · lab.md · prompts/ · templates/ · schemas/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3218688"/>
            <a:ext cx="4160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3218688"/>
            <a:ext cx="73152" cy="1874519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3419856"/>
            <a:ext cx="370332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BÀI NỘP — ĐƯỢC SỬA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3904487"/>
            <a:ext cx="3703320" cy="960119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Chỉ tạo và chỉnh trong:
bai-nop/&lt;github-username&gt;/buoi-NN/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5440680"/>
            <a:ext cx="3429000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5458968"/>
            <a:ext cx="333756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Không copy checkpoint/solution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Mỗi buổi — Lấy bài mới an toàn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PULL BEFORE PRACTICE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9224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60020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160020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271016" y="160020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20240"/>
            <a:ext cx="5980175" cy="31272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git status
git switch main
git pull --ff-only origin 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417320"/>
            <a:ext cx="3977639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417320"/>
            <a:ext cx="73152" cy="15087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618488"/>
            <a:ext cx="352043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WORKTREE SẠCH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103120"/>
            <a:ext cx="3520439" cy="594359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Không có file bài đang sửa dở → pull.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200400"/>
            <a:ext cx="397763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3200400"/>
            <a:ext cx="73152" cy="2057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3401568"/>
            <a:ext cx="352043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ĐANG LÀM DỞ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3886200"/>
            <a:ext cx="3520439" cy="11430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Commit vào branch bài nộp trước; không pull đè lên thay đổi chưa lưu.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GLM liên quan gì đến “OpenAI Compatible”?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MODEL KHÁC · CÙNG CHUẨN GIAO TIẾP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53312" y="18105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181051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212848" cy="38404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CLINE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1993392" cy="43891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Coding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359152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72768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61104" y="1810512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81051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697480"/>
            <a:ext cx="2212848" cy="38404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OPENAI COMPATIBLE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1993392" cy="43891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Chuẩn request/response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359152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572768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68896" y="181051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181051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97480"/>
            <a:ext cx="2212848" cy="38404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Z.AI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246120"/>
            <a:ext cx="1993392" cy="43891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Máy chủ cung cấp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359152"/>
            <a:ext cx="27432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8864" y="1572768"/>
            <a:ext cx="2542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76688" y="1810512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81051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2697480"/>
            <a:ext cx="2212848" cy="38404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GLM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246120"/>
            <a:ext cx="1993392" cy="43891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LLM thực sự xử lý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4681728"/>
            <a:ext cx="10104120" cy="74980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818888"/>
            <a:ext cx="9646920" cy="43891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“OpenAI Compatible” không có nghĩa là dùng model OpenAI — đây chỉ là giao thức Cline dùng để gọi GLM qua Z.AI.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Cấu hình Cline với GLM API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PROVIDER MODE: OPENAI COMPATIBLE · MODEL: GLM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141732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472184"/>
            <a:ext cx="3127248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OpenAI Compatible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35331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490472"/>
            <a:ext cx="141732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Base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6136" y="1472184"/>
            <a:ext cx="3127248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https://api.z.ai/api/coding/paas/v4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79191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816351"/>
            <a:ext cx="141732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798063"/>
            <a:ext cx="3127248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GLM/Z.AI API Key cá nhân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679191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2816351"/>
            <a:ext cx="141732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2798063"/>
            <a:ext cx="3127248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Custom · glm-5.1 hoặc model GV chốt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0507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142232"/>
            <a:ext cx="141732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Support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4123944"/>
            <a:ext cx="3127248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400507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4142232"/>
            <a:ext cx="141732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Context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4123944"/>
            <a:ext cx="3127248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200000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559552"/>
            <a:ext cx="8503920" cy="53035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5650992"/>
            <a:ext cx="813816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Không gửi API Key qua chat · không commit key vào Git · không chụp màn hình lộ key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Chạy lab bằng Antigravity + Cline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FROM INSTRUCTION TO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1499616" y="144475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144475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95728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70048"/>
            <a:ext cx="2194560" cy="42062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Open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273552"/>
            <a:ext cx="201168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Repo học viên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160020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379976" y="144475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44475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2395728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670048"/>
            <a:ext cx="2194560" cy="42062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Đọc README + lab.md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273552"/>
            <a:ext cx="201168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Biết input/output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160020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7260336" y="144475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44475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395728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670048"/>
            <a:ext cx="2194560" cy="42062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Dán prompt TH1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273552"/>
            <a:ext cx="201168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Cho phép đọc/ghi đúng phạm 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160020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140695" y="144475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0695" y="1444752"/>
            <a:ext cx="658368" cy="65836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8007" y="2395728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7" y="2670048"/>
            <a:ext cx="2194560" cy="42062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Mở file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3273552"/>
            <a:ext cx="2011680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Kiểm schema rồi mới TH2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5074920"/>
            <a:ext cx="809244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5093207"/>
            <a:ext cx="8001000" cy="32918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Agent có thể sửa file — luôn đọc diff và output trước khi chấp nhận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Customize và lưu bài đúng chỗ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DO NOT EDIT COURSE MATERIALS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532120" cy="43434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60020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160020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271016" y="160020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160020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20240"/>
            <a:ext cx="5020056" cy="363016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hocvien_k1_aiautomation/
├── 03-hr-screening/        # Student Kit
└── bai-nop/
    └── &lt;github-username&gt;/
        └── buoi-03/
            ├── README.md
            ├── prompts/
            └── outputs/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41732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417320"/>
            <a:ext cx="73152" cy="1508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1618488"/>
            <a:ext cx="448056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KHÔNG SỬA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103120"/>
            <a:ext cx="4480560" cy="594359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Thư mục tài liệu buổi học được GV đồng bộ lại.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18688"/>
            <a:ext cx="4937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218688"/>
            <a:ext cx="73152" cy="2057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3419856"/>
            <a:ext cx="448056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CHỈ NỘP 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904487"/>
            <a:ext cx="4480560" cy="11430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bai-nop/&lt;github-username&gt;/buoi-NN/
README ghi: bài toán · đã đổi gì · cách chạy ·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Nộp bài bằng Git + Pull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ONE BRANCH PER SESSION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7498079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50876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0876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150876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50876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225295" y="150876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5" y="1508760"/>
            <a:ext cx="128016" cy="12801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828800"/>
            <a:ext cx="6986015" cy="376732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git switch -c bai-nop/&lt;username&gt;/buoi-03
git add bai-nop/&lt;username&gt;/buoi-03
git commit -m "feat(buoi-03): nop bai HR screening"
git push -u origin bai-nop/&lt;username&gt;/buoi-03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32588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325880"/>
            <a:ext cx="73152" cy="1920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1527048"/>
            <a:ext cx="260604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SAU KHI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011680"/>
            <a:ext cx="2606040" cy="1005840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Mở GitHub → Compare &amp; pull request → mô tả bài làm.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547872"/>
            <a:ext cx="3063240" cy="2258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3547872"/>
            <a:ext cx="73152" cy="22585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3749039"/>
            <a:ext cx="260604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KHÔNG LÀM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233672"/>
            <a:ext cx="2606040" cy="1344168"/>
          </a:xfrm>
          <a:prstGeom prst="rect">
            <a:avLst/>
          </a:prstGeom>
          <a:noFill/>
        </p:spPr>
        <p:txBody>
          <a:bodyPr wrap="square" anchor="t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Không push thẳng main.
Không dùng git add .
Không commit secret hoặc dữ liệu thật.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10789920" cy="53035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Checklist trước khi bấm Create Pull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READY TO SUBMIT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89964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46520"/>
            <a:ext cx="4114800" cy="16459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36576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572768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463040"/>
            <a:ext cx="18745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Output chạy được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5" y="1444752"/>
            <a:ext cx="2121408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Có file thật và mở được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35331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55664" y="1572768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57276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1463040"/>
            <a:ext cx="18745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README ngắn gọn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1444752"/>
            <a:ext cx="2121408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Bài toán · custom · cách chạy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79191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2898648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289864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2788920"/>
            <a:ext cx="18745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Đúng thư mục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5" y="2770632"/>
            <a:ext cx="2121408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bai-nop/&lt;username&gt;/buoi-NN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679191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55664" y="2898648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89864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2788920"/>
            <a:ext cx="18745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Không có secret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2770632"/>
            <a:ext cx="2121408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API key · .env · credential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00507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" y="4224528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22452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4114800"/>
            <a:ext cx="18745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Commit rõ nghĩa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8415" y="4096511"/>
            <a:ext cx="2121408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Một buổi, một phạm vi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400507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55664" y="4224528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224528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4" y="4114800"/>
            <a:ext cx="18745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PR có mô tả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4544" y="4096511"/>
            <a:ext cx="2121408" cy="56692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Nêu điểm cần GV chữa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37360" y="5532120"/>
            <a:ext cx="873252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65960" y="5632704"/>
            <a:ext cx="8275320" cy="34747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LEARN → CUSTOMIZE → SUBMIT → FEEDBACK →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LEARN &amp; SUBMIT — K1 AI Automation</dc:title>
  <dc:subject/>
  <dc:creator>GiangXAI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