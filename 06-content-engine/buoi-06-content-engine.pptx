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-457200"/>
            <a:ext cx="4754880" cy="7772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54864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DBEAFE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67512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BUỔI 6
CONTENT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971800"/>
            <a:ext cx="6309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Aptos"/>
              </a:rPr>
              <a:t>Từ brief đến nội dung, ảnh và quyết định duyệt có 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1234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3977639"/>
            <a:ext cx="1234440" cy="56692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4872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32504" y="3977639"/>
            <a:ext cx="1234440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2504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ASSET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0136" y="3977639"/>
            <a:ext cx="1234440" cy="5669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914400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KẾT QUẢ CUỐI</a:t>
            </a:r>
          </a:p>
        </p:txBody>
      </p:sp>
      <p:sp>
        <p:nvSpPr>
          <p:cNvPr id="19" name="Oval 18"/>
          <p:cNvSpPr/>
          <p:nvPr/>
        </p:nvSpPr>
        <p:spPr>
          <a:xfrm>
            <a:off x="8503920" y="16002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600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554480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JSON chuẩn</a:t>
            </a:r>
          </a:p>
        </p:txBody>
      </p:sp>
      <p:sp>
        <p:nvSpPr>
          <p:cNvPr id="22" name="Oval 21"/>
          <p:cNvSpPr/>
          <p:nvPr/>
        </p:nvSpPr>
        <p:spPr>
          <a:xfrm>
            <a:off x="8503920" y="262432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243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578608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Workflow n8n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0" y="364845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6484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602736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Ảnh nội dung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0" y="467258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67258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626864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App duyệt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5486400" cy="182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Aptos"/>
              </a:rPr>
              <a:t>120 phút · 79% thực hành · GV: Giang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Vì sao “viết cho tôi một bài” luôn chung chung?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VẤN ĐỀ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4747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NGẮN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“Viết bài bán hàng cho trung tâm tiếng Anh.”
Không có người đọc, format, tiêu chí hay dữ kiện cấm.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8232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14173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OUTPUT TRUNG BÌNH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“Môi trường năng động, giáo viên tận tâm, ưu đãi hấp dẫn…”
Xóa tên trung tâm đi vẫn dùng cho mọi nơi.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87584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RÁC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5394960"/>
            <a:ext cx="585216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91256" y="539496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Nội dung không thiếu — thiếu hệ thống sản xuất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Công thức thay thế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TƯ DUY LÕI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99032" y="1810512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9032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SẢN PHẨM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Bán cái gì?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06824" y="1810512"/>
            <a:ext cx="640080" cy="6400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CHÂN 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Bán cho ai?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14616" y="1810512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14616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Đăng ở đâu?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22408" y="1810512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22408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TIÊU CHÍ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Duyệt thế nào?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4754880"/>
            <a:ext cx="8366760" cy="74980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48840" y="4892040"/>
            <a:ext cx="7909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AI tạo nháp · người thật chịu trách nhiệm duyệt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Năm sản phẩm mang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ĐÍCH ĐẾN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content-angles.json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07592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ý tưởng đúng chân dung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content-draft.json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249424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Fanpage + TikTok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content-assets.json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191256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Seeding + prompt ảnh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Workflow n8n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133088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4 lớp + Google Sheets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App duyệt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5074920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Approved + Publish_Log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Chuỗi artifact: output trước là input sau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KIẾN TRÚC 4 LỚP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73152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Brief × persona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39312" y="1783080"/>
            <a:ext cx="731520" cy="347472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Bài +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1783080"/>
            <a:ext cx="731520" cy="3474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Seeding + ảnh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54896" y="1783080"/>
            <a:ext cx="7315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91472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n8n +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42432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0224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1800" y="4892040"/>
            <a:ext cx="62179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08376" y="489204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brief_id + source_angle_id phải khớp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Ba JSON làm bốn việc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ARTIFACT TRƯỚC, AUTOMATION SAU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371600"/>
            <a:ext cx="73152" cy="16916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CHỨNG MINH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Logic từng lớp chạy đúng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7160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71600"/>
            <a:ext cx="73152" cy="16916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HỢP ĐỒNG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1168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Node và app biết cấu trúc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520440"/>
            <a:ext cx="73152" cy="16916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EXPECTED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Có mẫu để test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52044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520440"/>
            <a:ext cx="73152" cy="16916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KHOANH LỖI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6052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Biết hỏng ở lớp nào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715000"/>
            <a:ext cx="649224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71216" y="5715000"/>
            <a:ext cx="6419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Không import workflow hoàn chỉnh ở đầu buổi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Demo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NHÌN ĐÍCH ĐẾN TRƯỚC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5 ý tưởng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2 kênh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Ảnh + seed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5468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5468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 DUYỆT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9476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Xem bài · script · ảnh · seeding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45352" y="315468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315468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GOOGLE SHEETS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379476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Content_Queue + Publish_Log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— Brief × chân dung → 5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6720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389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6309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6309359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Đọc product brief + chân dung.
Tạo đúng 5 angle, mỗi angle nhắm một mã persona có thật.
Phủ tối thiểu 2 persona; không bịa học phí/ưu đãi.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371600"/>
            <a:ext cx="37033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1673352"/>
            <a:ext cx="310896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BEAFE"/>
                </a:solidFill>
                <a:latin typeface="Aptos"/>
              </a:rPr>
              <a:t>content-angles.json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286000"/>
            <a:ext cx="28346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brief_id
personas_covered[]
angles[5]
  angle_id
  chan_dung
  muc_tieu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5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A-01…A-05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≥2 persona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Mã có trong 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mục tiêu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Enum viết hoa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không bịa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Không thêm số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069080"/>
            <a:ext cx="73152" cy="14173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Agent tự tạo nhóm khách hàng mới.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069080"/>
            <a:ext cx="73152" cy="14173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Dùng sample sau khi đã thử và được GV xác nhận.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TH2 — Một angle → hai định dạng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120–200 từ
Hai dòng hook đứng riêng
Đúng 1 CTA
Tối đa 2 emoji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ĐỌC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30–45 giây
HOOK / PROBLEM / SOLUTION / CTA
Hình ảnh + lời thoại
Input Buổi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05872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7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QUAY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5440680"/>
            <a:ext cx="649224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71216" y="5440680"/>
            <a:ext cx="6419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Cùng một angle · hai kênh · hai format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Lỗi cài cố ý: brief thiếu thông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KHÔNG BỊA ĐỂ LÀM BÀI ĐẸP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BRIEF THIẾU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Học phí
Ưu đãi
Ngày khai giảng
Số học viên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5661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AI SAI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Tự thêm số
“Ưu đãi hấp dẫn”
Cam kết kết quả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OUTPUT ĐÚNG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[cần bổ sung]
thieu_thong_tin[]
Người duyệt điền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440680"/>
            <a:ext cx="66751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9776" y="5440680"/>
            <a:ext cx="66019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thieu_thong_tin rỗng = dấu hiệu AI đã bịa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— Seeding + image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20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5 SEEDING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ASK · RELATE
EXPERIENCE
CONDITION
CTA_NUDGE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6118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IMAGE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9 mục
Tỷ lệ · bố cục
Mục cấm bắt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6118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IMAGE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Tiếng Anh
no text
no children/faces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Seeding không phải lời khen giả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64208"/>
            <a:ext cx="594360" cy="594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ID khớp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brief + angle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64208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5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≥2 câu hỏi thật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64208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Brief ảnh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đủ 9 mục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64208"/>
            <a:ext cx="594360" cy="594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Prompt ảnh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no text + mục cấm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57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73152" cy="13716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006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Seeding toàn lời khen; ảnh có chữ Việt do model sinh.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160520"/>
            <a:ext cx="5257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160520"/>
            <a:ext cx="73152" cy="13716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3434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ĐÚNG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8006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Người đọc hỏi thật; chữ được chèn sau khi duyệt.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 — Coding Agent đóng gói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30 PHÚT · 4A BACKEND + 4B APP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Needs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Approve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5468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54680"/>
            <a:ext cx="73152" cy="16916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TH4A — n8n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94760"/>
            <a:ext cx="48463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4 lớp · sinh ảnh · 2 webhook · Google Sheets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45352" y="315468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3154680"/>
            <a:ext cx="73152" cy="16916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TH4B — APP DUYỆT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3794760"/>
            <a:ext cx="48463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Xem/sửa nội dung · Approved/Needs 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Hai gotcha — một nguyên tắc bảo mật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TH4A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Webhook phải bật
Allowed Origins = *
App HTML gọi cross-origin.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6118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$json.body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Dữ liệu webhook nằm ở
$json.body.xxx
Không phải $json.xxx.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61188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API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Không ghi key vào
workflow JSON hoặc app.
Dùng credential.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Validate cấu trúc ≠ runtime success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App duyệt: nơi người thật ra quyết định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TH4B · SẢN PHẨM CUỐI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498348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673352"/>
            <a:ext cx="4507992" cy="20116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50799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94A3B8"/>
                </a:solidFill>
                <a:latin typeface="Aptos"/>
              </a:rPr>
              <a:t>ẢNH + IMAGE BRIEF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977639"/>
            <a:ext cx="192024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977639"/>
            <a:ext cx="1847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NEEDS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977639"/>
            <a:ext cx="178308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4136" y="3977639"/>
            <a:ext cx="170992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371600"/>
            <a:ext cx="553212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73352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Bài Fanpage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14884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Kịch bản TikTok 4 khối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5176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comment seeding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15468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Aptos"/>
              </a:rPr>
              <a:t>Cảnh báo [cần bổ sung]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794760"/>
            <a:ext cx="4892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Không có nút đăng bài.
Status cao nhất: Approved.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Nghiệm thu: năm bằng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DEFINITION OF DONE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307592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ý tưởng đúng persona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249424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2 kênh + thiếu thông tin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191256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Seed + ảnh đúng contract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33088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n8n sinh nội dung/ảnh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074920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Publish_Log có người duyệt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Bàn giao sang Buổi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KỊCH BẢN APPROVED TRỞ THÀNH INPUT VIDEO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B6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content-draft.json
TikTok 4 khối
Hình ảnh + lời thoại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560320"/>
            <a:ext cx="502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Người thật đã duyệt
Không còn claim bịa
Có review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560320"/>
            <a:ext cx="502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37160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544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B7 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11680"/>
            <a:ext cx="2286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6–9 scene
Storyboard
Video + audio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Chưa Approved → chưa tốn credit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