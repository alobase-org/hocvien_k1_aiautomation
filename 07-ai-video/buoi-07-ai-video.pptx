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-457200"/>
            <a:ext cx="4754880" cy="77724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54864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DBEAFE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67512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BUỔI 7
AI VIDEO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971800"/>
            <a:ext cx="6309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Aptos"/>
              </a:rPr>
              <a:t>Prompt sinh schema → Storyboard được duyệt → Video có hình và native audio.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1234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3977639"/>
            <a:ext cx="1234440" cy="56692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4872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32504" y="3977639"/>
            <a:ext cx="1234440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2504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0136" y="3977639"/>
            <a:ext cx="1234440" cy="5669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CLIP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914400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KẾT QUẢ CUỐI</a:t>
            </a:r>
          </a:p>
        </p:txBody>
      </p:sp>
      <p:sp>
        <p:nvSpPr>
          <p:cNvPr id="19" name="Oval 18"/>
          <p:cNvSpPr/>
          <p:nvPr/>
        </p:nvSpPr>
        <p:spPr>
          <a:xfrm>
            <a:off x="8503920" y="16002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600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554480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schema PASS</a:t>
            </a:r>
          </a:p>
        </p:txBody>
      </p:sp>
      <p:sp>
        <p:nvSpPr>
          <p:cNvPr id="22" name="Oval 21"/>
          <p:cNvSpPr/>
          <p:nvPr/>
        </p:nvSpPr>
        <p:spPr>
          <a:xfrm>
            <a:off x="8503920" y="262432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243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578608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6–9 storyboard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0" y="364845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6484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602736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Clip có audio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0" y="467258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67258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626864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Engine độc lập tool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5486400" cy="182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Aptos"/>
              </a:rPr>
              <a:t>120 phút · Practice-first · GV: Giang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Buổi 6 sang Buổi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TỪ NỘI DUNG CÓ KIỂM SOÁT SANG VIDEO CÓ KIỂM SOÁT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BUỔI 6 — NỘI 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Kiểm chứng chuỗi Angle → Draft → Asset → Approved.
Input là brief theo kỳ, xử lý theo lô.
Nội dung + ảnh → App duyệt, người thật bấm Approved (HITL) mới xong.
Bàn giao: content-draft.json, kịch bản TikTok 4 khối, hình ảnh + lời thoại.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ĐÃ HỌC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8232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1417320"/>
            <a:ext cx="73152" cy="34747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BUỔI 7 —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Kiểm chứng chuỗi Script → Schema → Frame → Clip, thêm cổng Clip Review.
Ba cổng HITL nối tiếp: Script Review → Storyboard Review → Clip Review.
Clip có native audio; ghép các clip Approved thành video hoàn chỉnh bằng ffmpeg.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87584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HÔM NAY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5394960"/>
            <a:ext cx="10058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5394960"/>
            <a:ext cx="9985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Cùng triết lý HITL — buổi 6 duyệt trước khi xuất bản, buổi 7 duyệt qua ba lớp trước khi ghép video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Vì sao một kịch bản tốt vẫn cho ra video rời rạc?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VẤN ĐỀ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 áo navy
Văn phòng sáng
Camera ổn định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923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ĐÚNG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73152" cy="34747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 khác mặt
Bối cảnh khác
Ánh sáng đổi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91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LỆCH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41732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4173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CẢNH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057400"/>
            <a:ext cx="301752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Giọng khác
Nhạc lấn thoại
Sai ảnh nguồn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0587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42447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LỆCH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5349240"/>
            <a:ext cx="585216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1256" y="534924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Không thiếu model — thiếu data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Năm sản phẩm mang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ĐÍCH ĐẾN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07592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3 schema + sample PASS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49424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6–9 scene + storyboard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191256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2 ảnh + 1 clip audio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133088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Node/port/edge/retry/log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5074920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Lớp hỗ trợ, tùy chọn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Hai đường đầu vào — một hợp đồng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KẾ THỪA B6 NHƯNG KHÔNG KHÓA HỌC VIÊN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44805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29260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0690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B6_APPROVED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0690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Đọc content-draft.json
Lấy đúng tiktok.khoi
Giữ brief_id + angle_id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5079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ƯU TIÊN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1417320"/>
            <a:ext cx="44805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5160" y="1417320"/>
            <a:ext cx="73152" cy="29260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1600200"/>
            <a:ext cx="40690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057400"/>
            <a:ext cx="40690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Nhập kịch bản tối thiểu
Không cần đã học B6
brief_id có thể null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601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96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LINH HOẠT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33172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937760"/>
            <a:ext cx="57150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5257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video-script.json · cùng một schema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Ba data contract — ba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KIẾN TRÚC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VIDEO 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Thông điệp
6–9 scene
Lời thoại
source_block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41732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STORYBOARD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Style bible
Image prompt
Continuity
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4827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FRAME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417320"/>
            <a:ext cx="35204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41732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600200"/>
            <a:ext cx="31089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VIDEO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057400"/>
            <a:ext cx="3108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Motion
Camera
Native audio
Per-clip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5159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88167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CLIP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5440680"/>
            <a:ext cx="566928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82696" y="5440680"/>
            <a:ext cx="559612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Node sau không nghĩ lại output node trước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Chuỗi ID — mất ID là nhận nhầm 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DATAFLOW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901952"/>
            <a:ext cx="594360" cy="59436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project_id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Một dự án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43400" y="1901952"/>
            <a:ext cx="594360" cy="594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scene_id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6–9 cảnh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23760" y="1901952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frame_id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Ảnh đã duyệt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9164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04119" y="1901952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04119" y="1901952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2670048"/>
            <a:ext cx="187451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clip_id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154680"/>
            <a:ext cx="1874519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Video từng cảnh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331720"/>
            <a:ext cx="411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4892040"/>
            <a:ext cx="8458200" cy="640080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5010912"/>
            <a:ext cx="809244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DC2626"/>
                </a:solidFill>
                <a:latin typeface="Aptos"/>
              </a:rPr>
              <a:t>SC-03 → FR-03 → CLIP-03 · không truyền object mơ hồ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Schema khóa cấu trúc — checklist khóa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NGUYÊN TẮC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JSON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6634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required · type · enum
ID pattern · 6–9 scene
status · additionalProperties=false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56362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MÁY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8232" y="141732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141732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QUALITY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057400"/>
            <a:ext cx="46634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continuity · bố cục
chuyển động · thời lượng thoại
giọng · ambience · SFX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87584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NGƯỜI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5440680"/>
            <a:ext cx="585216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91256" y="544068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Schema PASS ≠ video dùng được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Demo canary: chỉ chạy hai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BA CỔNG HITL TÁCH BIỆT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2" y="1691640"/>
            <a:ext cx="274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32304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230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2384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Frame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1691640"/>
            <a:ext cx="274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98264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826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8344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Generator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Sequential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25312" y="1691640"/>
            <a:ext cx="274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64224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Clip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Needs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1691640"/>
            <a:ext cx="274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30183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0183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0263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0263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1691640"/>
            <a:ext cx="274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1508760"/>
            <a:ext cx="1645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96144" y="1709928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961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36224" y="1627631"/>
            <a:ext cx="74980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36224" y="1965960"/>
            <a:ext cx="7498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315468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315468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33756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CANARY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79476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2 ảnh · duyệt 1 · tạo 1 clip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28232" y="315468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28232" y="315468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56832" y="333756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BẰNG CHỨNG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56832" y="379476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input ref → frame ref → clip ref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— Prompt tự sinh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18 PHÚT · KHÔNG PHÁT SCHEMA TRƯỚC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6720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389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6309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6309359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Phân tích workflow → tự đề xuất 3 contract.
Sinh 3 JSON Schema Draft 2020-12 + 3 sample.
Validate, tự sửa tới PASS và ghi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371600"/>
            <a:ext cx="37033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1673352"/>
            <a:ext cx="310896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BEAFE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240280"/>
            <a:ext cx="288036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schemas/
  video-script
  storyboard
  video-plan
samples/
validation-report.md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3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Parse được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3 sample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Validate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6–9 scene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min/max rõ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Audio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Đủ 8 trường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069080"/>
            <a:ext cx="73152" cy="14173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Chỉ in JSON trong chat; không ghi file thật.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069080"/>
            <a:ext cx="73152" cy="14173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Sau phút 10 mới mở reference schema.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TH2 — Schema sinh 6–9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18 PHÚT · HAI INPUT VỀ MỘT CONTRACT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600200"/>
            <a:ext cx="182880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1–2 cảnh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1335" y="1600200"/>
            <a:ext cx="1828800" cy="347472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7911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1–2 cảnh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84264" y="1600200"/>
            <a:ext cx="1828800" cy="347472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3–4 cảnh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37160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37192" y="1600200"/>
            <a:ext cx="1828800" cy="3474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3767" y="1600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40280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 cảnh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337560"/>
            <a:ext cx="10817352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566160"/>
            <a:ext cx="1033272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video-script.json  →  storyboard.json  →  video-plan.json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1033272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Frame ban đầu DRAFT · Clip ban đầu BLOCKED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Storyboard: một style bible, 6–9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TH2 · HÌNH ẢNH NHẤT QUÁN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24612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2519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283463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STYLE BIBLE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2834639" cy="3429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Nhân vật
Trang phục
Bối cảnh
Ánh sáng
Màu sắc
Điều cấm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Aptos"/>
              </a:rPr>
              <a:t>CHUNG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1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85431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1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371600"/>
            <a:ext cx="21488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572768"/>
            <a:ext cx="1783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FR-03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6024" y="2029968"/>
            <a:ext cx="1691640" cy="77724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36024" y="2907792"/>
            <a:ext cx="169164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475569"/>
                </a:solidFill>
                <a:latin typeface="Aptos"/>
              </a:rPr>
              <a:t>SC-03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794760"/>
            <a:ext cx="7059168" cy="1417320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3986784"/>
            <a:ext cx="6492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Aptos"/>
              </a:rPr>
              <a:t>DRAFT → NEEDS_REVIEW → APPROVED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62272"/>
            <a:ext cx="649224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Chỉ Approved mới mở khóa Video Generator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Video prompt = hình + chuyển động + âm thanh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TH2 · NATIVE AUDIO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VISUAL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Subject motion
Camera motion
Environment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3984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Dialogue
Language + voice profile
Delivery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371600"/>
            <a:ext cx="32918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54480"/>
            <a:ext cx="28803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SOUND 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2880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Ambient + SFX
Music
Negative audio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5394960"/>
            <a:ext cx="777240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31136" y="5394960"/>
            <a:ext cx="7699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Off-screen voice · voice bible · duration 4/6/8 · negative prompt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— Media canary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22 PHÚT · BA CỔNG HITL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1143000" y="1508760"/>
            <a:ext cx="621792" cy="6217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Duyệt script</a:t>
            </a:r>
          </a:p>
        </p:txBody>
      </p:sp>
      <p:sp>
        <p:nvSpPr>
          <p:cNvPr id="10" name="Oval 9"/>
          <p:cNvSpPr/>
          <p:nvPr/>
        </p:nvSpPr>
        <p:spPr>
          <a:xfrm>
            <a:off x="3474720" y="1508760"/>
            <a:ext cx="621792" cy="6217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Sinh + duyệt ảnh</a:t>
            </a:r>
          </a:p>
        </p:txBody>
      </p:sp>
      <p:sp>
        <p:nvSpPr>
          <p:cNvPr id="13" name="Oval 12"/>
          <p:cNvSpPr/>
          <p:nvPr/>
        </p:nvSpPr>
        <p:spPr>
          <a:xfrm>
            <a:off x="5806440" y="1508760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Tạo clip</a:t>
            </a:r>
          </a:p>
        </p:txBody>
      </p:sp>
      <p:sp>
        <p:nvSpPr>
          <p:cNvPr id="16" name="Oval 15"/>
          <p:cNvSpPr/>
          <p:nvPr/>
        </p:nvSpPr>
        <p:spPr>
          <a:xfrm>
            <a:off x="8138159" y="1508760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Duyệt clip</a:t>
            </a:r>
          </a:p>
        </p:txBody>
      </p:sp>
      <p:sp>
        <p:nvSpPr>
          <p:cNvPr id="19" name="Oval 18"/>
          <p:cNvSpPr/>
          <p:nvPr/>
        </p:nvSpPr>
        <p:spPr>
          <a:xfrm>
            <a:off x="10469880" y="1508760"/>
            <a:ext cx="621792" cy="621792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1508760"/>
            <a:ext cx="621792" cy="6217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331720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Ghi run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572768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24612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24612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4290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RUNTIME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8620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Clip NEEDS_REVIEW → người xem/nghe → APPROVED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324612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3246120"/>
            <a:ext cx="73152" cy="16002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34290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KHÔNG 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388620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Placeholder / URL giả / fallback bị ghi SUCCESS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Một Video Generator tổng — state riêng từng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EXECUTION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2788920" cy="40233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22402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VIDEO
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240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SEQUENTIAL
6–9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41732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14800" y="1545336"/>
            <a:ext cx="475488" cy="47548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54533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52704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233172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60020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242316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14800" y="2551176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55117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53288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60604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60604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NEEDS_REVIEW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342900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14800" y="3557016"/>
            <a:ext cx="475488" cy="47548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355701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53872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1188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361188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NEEDS_RETRY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434840"/>
            <a:ext cx="7178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456285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562856"/>
            <a:ext cx="475488" cy="47548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4544568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CLIP-04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617720"/>
            <a:ext cx="23317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4617720"/>
            <a:ext cx="22585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BLOCKED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715000"/>
            <a:ext cx="658368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6" y="5715000"/>
            <a:ext cx="651052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SUCCESS kỹ thuật ≠ APPROVED nghiệp vụ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TH4A — Đóng gói Content / Video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 · BẮT BUỘC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2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Scene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6–9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Script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HITL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Storyboard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HITL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Clip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Export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08960"/>
            <a:ext cx="73152" cy="1828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DATAFLOW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Node · port · edge
Payload + IDs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120" y="3108960"/>
            <a:ext cx="73152" cy="18288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Approval · retry
Cost guard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31089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92440" y="3108960"/>
            <a:ext cx="73152" cy="18288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329184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749039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Run log · test case
Known limitations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31720" y="5166360"/>
            <a:ext cx="7498079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68296" y="5166360"/>
            <a:ext cx="7424927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Ghép cuối: ffmpeg-helper /concat — chỉ nối N clip đã APPROVED, không mux (audio đã có sẵn)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TH4B — Build app là lớp hỗ trợ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12 PHÚT · KHÔNG THAY ENGINE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52578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BA MÀN HÌNH DUYỆT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48463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Script Review
Storyboard Review
Clip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HITL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2578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73152" cy="36118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QUY TẮC GHÉP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463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SUCCESS → NEEDS_REVIEW
Người duyệt → APPROVED
Chỉ Approved được assemble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05872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7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440680"/>
            <a:ext cx="672084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9776" y="5440680"/>
            <a:ext cx="66476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App hiển thị nghiệp vụ · không tự duyệt thay người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Nghiệm thu: năm bằng chứng, không phải một màn hình đẹp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DEFINITION OF DONE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07592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3 sample PASS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49424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6–9 scene, ID khớp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191256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Clip audio đã qua Review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133088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Technical + review status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19202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5074920"/>
            <a:ext cx="7132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3 HITL gate, độc lập tool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Trước khi batch — và trước khi sang 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SAFETY + HANDOFF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204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CONSENT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Có quyền dùng hình và giọng?
Không clone người thật thiếu đồng 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520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Đã báo số lượt ảnh/video?
Canary đã PASS chưa?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520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CAPSTONE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Mang engine-spec
media proof + run log
sang Buổi 8.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5440680"/>
            <a:ext cx="54864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5440680"/>
            <a:ext cx="5413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Workflow sống lâu hơn công cụ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