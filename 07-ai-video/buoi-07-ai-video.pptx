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-457200"/>
            <a:ext cx="4754880" cy="7772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DBEAFE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675120" cy="1508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BUỔI 7
AI VIDEO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63093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Prompt sinh schema → Storyboard được duyệt → Video có hình và native audio.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5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3977639"/>
            <a:ext cx="1234440" cy="56692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3977639"/>
            <a:ext cx="123444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504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39"/>
            <a:ext cx="3200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0136" y="3977639"/>
            <a:ext cx="1234440" cy="5669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3977639"/>
            <a:ext cx="1234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914400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KẾT QUẢ CUỐI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160020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00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554480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schema PASS</a:t>
            </a:r>
          </a:p>
        </p:txBody>
      </p:sp>
      <p:sp>
        <p:nvSpPr>
          <p:cNvPr id="22" name="Oval 21"/>
          <p:cNvSpPr/>
          <p:nvPr/>
        </p:nvSpPr>
        <p:spPr>
          <a:xfrm>
            <a:off x="8503920" y="262432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243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578608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6–9 storyboard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0" y="364845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4845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602736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Clip có audio</a:t>
            </a:r>
          </a:p>
        </p:txBody>
      </p:sp>
      <p:sp>
        <p:nvSpPr>
          <p:cNvPr id="28" name="Oval 27"/>
          <p:cNvSpPr/>
          <p:nvPr/>
        </p:nvSpPr>
        <p:spPr>
          <a:xfrm>
            <a:off x="8503920" y="467258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467258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626864"/>
            <a:ext cx="23774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Engine độc lập tool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120 phút · Practice-first · GV: Giang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Vì sao một kịch bản tốt vẫn cho ra video rời rạc?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VẤN ĐỀ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CẢNH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Nhân vật áo navy
Văn phòng sáng
Camera ổn định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56362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ĐÚNG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73152" cy="34747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0020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CẢNH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57400"/>
            <a:ext cx="301752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Nhân vật khác mặt
Bối cảnh khác
Ánh sáng đổi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LỆCH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417320"/>
            <a:ext cx="73152" cy="3474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CẢNH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57400"/>
            <a:ext cx="301752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Giọng khác
Nhạc lấn thoại
Sai ảnh nguồn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587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7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LỆCH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54680" y="5349240"/>
            <a:ext cx="585216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1256" y="5349240"/>
            <a:ext cx="57790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Không thiếu model — thiếu data contract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Năm sản phẩm mang về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ĐÍCH ĐẾN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307592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3 schema + sample PASS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67712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9424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49424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6–9 scene + storyboard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0954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91256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191256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2 ảnh + 1 clip audio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513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33088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33088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Node/port/edge/retry/log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93208"/>
            <a:ext cx="566928" cy="56692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20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074920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Lớp hỗ trợ, tùy chọn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Hai đường đầu vào — một hợp đồng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KẾ THỪA B6 NHƯNG KHÔNG KHÓA HỌC VIÊN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480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2926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0690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B6_APPROVED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0690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Đọc content-draft.json
Lấy đúng tiktok.khoi
Giữ brief_id + angle_id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2" y="156362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ƯU TIÊN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417320"/>
            <a:ext cx="4480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1417320"/>
            <a:ext cx="73152" cy="29260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600200"/>
            <a:ext cx="40690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057400"/>
            <a:ext cx="406908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Nhập kịch bản tối thiểu
Không cần đã học B6
brief_id có thể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6015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967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LINH HOẠT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331720"/>
            <a:ext cx="1371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937760"/>
            <a:ext cx="57150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5257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video-script.json · cùng một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Ba data contract — ba trách nhiệm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KIẾN TRÚC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VIDEO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Thông điệp
6–9 scene
Lời thoại
source_block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156362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STORYBOARD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Style bible
Image prompt
Continuity
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VIDEO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57400"/>
            <a:ext cx="31089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Motion
Camera
Native audio
Per-clip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51592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88167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CLIP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5440680"/>
            <a:ext cx="566928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5440680"/>
            <a:ext cx="559612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Node sau không nghĩ lại output node trước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Chuỗi ID — mất ID là nhận nhầm 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DATAFLOW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01952"/>
            <a:ext cx="594360" cy="594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01952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7451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project_id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874519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Một dự 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916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1901952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901952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70048"/>
            <a:ext cx="187451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scene_id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54680"/>
            <a:ext cx="1874519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6–9 cảnh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60" y="1901952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901952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70048"/>
            <a:ext cx="187451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frame_id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54680"/>
            <a:ext cx="1874519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Ảnh đã duyệt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916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04119" y="1901952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19" y="1901952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70048"/>
            <a:ext cx="187451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clip_id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154680"/>
            <a:ext cx="1874519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Video từng cảnh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233172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79" y="233172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33172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4892040"/>
            <a:ext cx="84582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5010912"/>
            <a:ext cx="809244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Aptos"/>
              </a:rPr>
              <a:t>SC-03 → FR-03 → CLIP-03 · không truyền object mơ hồ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Schema khóa cấu trúc — checklist khóa chất lượng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NGUYÊN TẮC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JSON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6634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required · type · enum
ID pattern · 6–9 scene
status · additionalProperties=false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156362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MÁY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141732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41732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60020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QUALITY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057400"/>
            <a:ext cx="46634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continuity · bố cục
chuyển động · thời lượng thoại
giọng · ambience · SFX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87584" y="156362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9" y="156362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NGƯỜI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5440680"/>
            <a:ext cx="585216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91256" y="5440680"/>
            <a:ext cx="577900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Schema PASS ≠ video dùng được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Demo canary: chỉ chạy hai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BA CỔNG HITL TÁCH BIỆT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691640"/>
            <a:ext cx="274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32304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1691640"/>
            <a:ext cx="274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98264" y="170992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Sequential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1691640"/>
            <a:ext cx="274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64224" y="17099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Clip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Needs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1691640"/>
            <a:ext cx="274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0183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3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3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Approved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1691640"/>
            <a:ext cx="2743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1508760"/>
            <a:ext cx="1645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96144" y="1709928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9614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36224" y="1627631"/>
            <a:ext cx="7498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36224" y="1965960"/>
            <a:ext cx="7498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1546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154680"/>
            <a:ext cx="73152" cy="16002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33756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CANARY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794760"/>
            <a:ext cx="4663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2 ảnh · duyệt 1 · tạo 1 clip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28232" y="315468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28232" y="315468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3337560"/>
            <a:ext cx="46634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BẰNG CHỨNG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3794760"/>
            <a:ext cx="466344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input ref → frame ref → clip ref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— Prompt tự sinh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18 PHÚT · KHÔNG PHÁT SCHEMA TRƯỚC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6720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6309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PROMPT 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6309359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Phân tích workflow → tự đề xuất 3 contract.
Sinh 3 JSON Schema Draft 2020-12 + 3 sample.
Validate, tự sửa tới PASS và ghi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1790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71600"/>
            <a:ext cx="37033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673352"/>
            <a:ext cx="310896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DBEAFE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2240280"/>
            <a:ext cx="28803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schemas/
  video-script
  storyboard
  video-plan
samples/
validation-report.md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3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Parse được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3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Validate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87768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6–9 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min/max rõ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44584" y="1417320"/>
            <a:ext cx="248716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0696" y="1682496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0696" y="1682496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2487168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3" y="2926080"/>
            <a:ext cx="2121408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Đủ 8 trường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90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069080"/>
            <a:ext cx="73152" cy="14173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09160"/>
            <a:ext cx="48463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Chỉ in JSON trong chat; không ghi file thật.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06908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5352" y="4069080"/>
            <a:ext cx="73152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25196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709160"/>
            <a:ext cx="48463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Sau phút 10 mới mở reference schema.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TH2 — Schema sinh 6–9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18 PHÚT · HAI INPUT VỀ MỘT CONTRACT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7" y="1600200"/>
            <a:ext cx="182880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60020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40280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1–2 cảnh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37160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31335" y="1600200"/>
            <a:ext cx="1828800" cy="34747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60020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240280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1–2 cảnh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37160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84264" y="1600200"/>
            <a:ext cx="1828800" cy="34747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60020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240280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3–4 cảnh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2" y="137160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37192" y="1600200"/>
            <a:ext cx="1828800" cy="34747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7" y="1600200"/>
            <a:ext cx="17556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240280"/>
            <a:ext cx="2121408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 cảnh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337560"/>
            <a:ext cx="10817352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66160"/>
            <a:ext cx="10332720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video-script.json  →  storyboard.json  →  video-plan.json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DBEAFE"/>
                </a:solidFill>
                <a:latin typeface="Aptos"/>
              </a:rPr>
              <a:t>Frame ban đầu DRAFT · Clip ban đầu BLOCKED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Storyboard: một style bible, 6–9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TH2 · HÌNH ẢNH NHẤT QUÁN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4251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283463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STYLE BIBLE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2834639" cy="3429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Nhân vật
Trang phục
Bối cảnh
Ánh sáng
Màu sắc
Điều cấm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51790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ptos"/>
              </a:rPr>
              <a:t>CHUNG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2148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72768"/>
            <a:ext cx="1783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"/>
              </a:rPr>
              <a:t>FR-01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029968"/>
            <a:ext cx="16916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07792"/>
            <a:ext cx="169164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ptos"/>
              </a:rPr>
              <a:t>SC-01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1" y="1371600"/>
            <a:ext cx="2148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1572768"/>
            <a:ext cx="1783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"/>
              </a:rPr>
              <a:t>FR-02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85431" y="2029968"/>
            <a:ext cx="16916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1" y="2907792"/>
            <a:ext cx="169164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ptos"/>
              </a:rPr>
              <a:t>SC-02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371600"/>
            <a:ext cx="2148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572768"/>
            <a:ext cx="178308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"/>
              </a:rPr>
              <a:t>FR-03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6024" y="2029968"/>
            <a:ext cx="169164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2907792"/>
            <a:ext cx="169164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475569"/>
                </a:solidFill>
                <a:latin typeface="Aptos"/>
              </a:rPr>
              <a:t>SC-03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794760"/>
            <a:ext cx="7059168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986784"/>
            <a:ext cx="64922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DRAFT → NEEDS_REVIEW → APPROVED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62272"/>
            <a:ext cx="64922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Chỉ Approved mới mở khóa Video Generator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Video prompt = hình + chuyển động + âm thanh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TH2 · NATIVE AUDIO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566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28803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VISUAL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28803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Subject motion
Camera motion
Environment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37160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371600"/>
            <a:ext cx="73152" cy="3566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554480"/>
            <a:ext cx="28803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011680"/>
            <a:ext cx="28803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Dialogue
Language + voice profile
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54480"/>
            <a:ext cx="28803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SOUND 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28803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Ambient + SFX
Music
Negative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5394960"/>
            <a:ext cx="7772400" cy="347472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1136" y="5394960"/>
            <a:ext cx="7699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Off-screen voice · voice bible · duration 4/6/8 · negative prompt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TH3 — Media canary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22 PHÚT · BA CỔNG HITL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150876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08760"/>
            <a:ext cx="621792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Duyệt script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508760"/>
            <a:ext cx="621792" cy="62179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621792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331720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Sinh + duyệt ảnh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1508760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1508760"/>
            <a:ext cx="621792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331720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Tạo clip</a:t>
            </a:r>
          </a:p>
        </p:txBody>
      </p:sp>
      <p:sp>
        <p:nvSpPr>
          <p:cNvPr id="16" name="Oval 15"/>
          <p:cNvSpPr/>
          <p:nvPr/>
        </p:nvSpPr>
        <p:spPr>
          <a:xfrm>
            <a:off x="8138159" y="1508760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508760"/>
            <a:ext cx="621792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31720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Duyệt clip</a:t>
            </a:r>
          </a:p>
        </p:txBody>
      </p:sp>
      <p:sp>
        <p:nvSpPr>
          <p:cNvPr id="19" name="Oval 18"/>
          <p:cNvSpPr/>
          <p:nvPr/>
        </p:nvSpPr>
        <p:spPr>
          <a:xfrm>
            <a:off x="10469880" y="1508760"/>
            <a:ext cx="621792" cy="621792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1508760"/>
            <a:ext cx="621792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331720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Ghi run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1572768"/>
            <a:ext cx="365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572768"/>
            <a:ext cx="365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1572768"/>
            <a:ext cx="365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1572768"/>
            <a:ext cx="3657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1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461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246120"/>
            <a:ext cx="73152" cy="16002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2900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RUNTIME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86200"/>
            <a:ext cx="48463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Clip NEEDS_REVIEW → người xem/nghe → APPROVED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24612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3246120"/>
            <a:ext cx="73152" cy="16002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42900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KHÔNG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886200"/>
            <a:ext cx="48463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Placeholder / URL giả / fallback bị ghi SUCCESS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Một Video Generator tổng — state riêng từng 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EXECUTION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78892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VIDEO
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240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DBEAFE"/>
                </a:solidFill>
                <a:latin typeface="Aptos"/>
              </a:rPr>
              <a:t>SEQUENTIAL
6–9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417320"/>
            <a:ext cx="7178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0" y="1545336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54533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52704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CLIP-01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23317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600200"/>
            <a:ext cx="22585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423160"/>
            <a:ext cx="7178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255117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55117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53288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CLIP-02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06040"/>
            <a:ext cx="23317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606040"/>
            <a:ext cx="22585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NEEDS_REVIEW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429000"/>
            <a:ext cx="7178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14800" y="3557016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355701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53872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CLIP-03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11880"/>
            <a:ext cx="23317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3611880"/>
            <a:ext cx="22585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  <a:latin typeface="Aptos"/>
              </a:rPr>
              <a:t>NEEDS_RETRY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434840"/>
            <a:ext cx="7178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800" y="456285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562856"/>
            <a:ext cx="475488" cy="47548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544568"/>
            <a:ext cx="18288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CLIP-04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617720"/>
            <a:ext cx="23317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4617720"/>
            <a:ext cx="225856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BLOCKED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715000"/>
            <a:ext cx="6583680" cy="347472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5715000"/>
            <a:ext cx="651052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SUCCESS kỹ thuật ≠ APPROVED nghiệp vụ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TH4A — Đóng gói Content / Video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15 PHÚT · BẮT BUỘC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2 adapters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25496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25496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6–9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84648" y="17099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4648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4728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Script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HITL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43800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Storyboard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HITL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508760"/>
            <a:ext cx="2029968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02952" y="170992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170992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3032" y="1627631"/>
            <a:ext cx="113385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Clip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3032" y="1965960"/>
            <a:ext cx="1133856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4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9176" y="1691640"/>
            <a:ext cx="347472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108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108960"/>
            <a:ext cx="73152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29184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DATAFLOW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49039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Node · port · edge
Payload + IDs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3108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3108960"/>
            <a:ext cx="73152" cy="18288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329184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3749039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Approval · retry
Cost guard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310896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3108960"/>
            <a:ext cx="73152" cy="1828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329184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749039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Run log · test case
Known 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TH4B — Build app là lớp hỗ trợ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12 PHÚT · KHÔNG THAY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611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BA MÀN HÌNH DUYỆT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484632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Script Review
Storyboard Review
Clip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517904"/>
            <a:ext cx="91440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HITL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73152" cy="3611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QUY TẮC GHÉP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846320" cy="2788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SUCCESS → NEEDS_REVIEW
Người duyệt → APPROVED
Chỉ Approved được assemble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05872" y="1517904"/>
            <a:ext cx="91440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7" y="1517904"/>
            <a:ext cx="841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440680"/>
            <a:ext cx="672084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9776" y="5440680"/>
            <a:ext cx="664768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16A34A"/>
                </a:solidFill>
                <a:latin typeface="Aptos"/>
              </a:rPr>
              <a:t>App hiển thị nghiệp vụ · không tự duyệt thay người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Nghiệm thu: năm bằng chứng, không phải một màn hình đẹp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DEFINITION OF DONE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307592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3 sample PASS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267712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49424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49424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6–9 scene, ID khớp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0954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91256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191256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Clip audio đã qua Review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15137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33088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33088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Technical + review status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93208"/>
            <a:ext cx="566928" cy="56692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74920"/>
            <a:ext cx="192024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074920"/>
            <a:ext cx="71323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3 HITL gate, độc lập tool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Trước khi batch — và trước khi sang B8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1024128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SAFETY + HANDOFF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6446520"/>
            <a:ext cx="457200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365760" cy="1645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94A3B8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3520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CONSENT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301752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Có quyền dùng hình và giọng?
Không clone người thật thiếu đồng 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73152" cy="3520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301752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Đã báo số lượt ảnh/video?
Canary đã PASS chưa?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7160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371600"/>
            <a:ext cx="73152" cy="3520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554480"/>
            <a:ext cx="30175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011680"/>
            <a:ext cx="301752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Mang engine-spec
media proof + run log
sang Buổi 8.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5440680"/>
            <a:ext cx="548640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5440680"/>
            <a:ext cx="5413248" cy="3474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Workflow sống lâu hơn công cụ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